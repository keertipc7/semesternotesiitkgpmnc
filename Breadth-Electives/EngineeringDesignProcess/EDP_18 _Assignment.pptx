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Bebas Neue" panose="020B0606020202050201" pitchFamily="34" charset="0"/>
      <p:regular r:id="rId8"/>
    </p:embeddedFont>
    <p:embeddedFont>
      <p:font typeface="Libre Baskerville" panose="020F0502020204030204" pitchFamily="2" charset="0"/>
      <p:regular r:id="rId9"/>
      <p:bold r:id="rId10"/>
      <p:italic r:id="rId11"/>
    </p:embeddedFont>
    <p:embeddedFont>
      <p:font typeface="Roboto" panose="020000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c5f0aed835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c5f0aed835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6c7ed66d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6c7ed66d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6c96b17cc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6c96b17cc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13efd2e847_0_15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13efd2e847_0_1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reepik.com/" TargetMode="External"/><Relationship Id="rId5" Type="http://schemas.openxmlformats.org/officeDocument/2006/relationships/hyperlink" Target="https://www.flaticon.com/" TargetMode="External"/><Relationship Id="rId4" Type="http://schemas.openxmlformats.org/officeDocument/2006/relationships/hyperlink" Target="https://slidesgo.com/"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pic>
        <p:nvPicPr>
          <p:cNvPr id="10" name="Google Shape;10;p2"/>
          <p:cNvPicPr preferRelativeResize="0"/>
          <p:nvPr/>
        </p:nvPicPr>
        <p:blipFill>
          <a:blip r:embed="rId3">
            <a:alphaModFix amt="55000"/>
          </a:blip>
          <a:stretch>
            <a:fillRect/>
          </a:stretch>
        </p:blipFill>
        <p:spPr>
          <a:xfrm>
            <a:off x="-3" y="0"/>
            <a:ext cx="3227225" cy="3330400"/>
          </a:xfrm>
          <a:prstGeom prst="rect">
            <a:avLst/>
          </a:prstGeom>
          <a:noFill/>
          <a:ln>
            <a:noFill/>
          </a:ln>
        </p:spPr>
      </p:pic>
      <p:sp>
        <p:nvSpPr>
          <p:cNvPr id="11" name="Google Shape;11;p2"/>
          <p:cNvSpPr txBox="1">
            <a:spLocks noGrp="1"/>
          </p:cNvSpPr>
          <p:nvPr>
            <p:ph type="ctrTitle"/>
          </p:nvPr>
        </p:nvSpPr>
        <p:spPr>
          <a:xfrm>
            <a:off x="4228725" y="1288138"/>
            <a:ext cx="4200900" cy="1850700"/>
          </a:xfrm>
          <a:prstGeom prst="rect">
            <a:avLst/>
          </a:prstGeom>
        </p:spPr>
        <p:txBody>
          <a:bodyPr spcFirstLastPara="1" wrap="square" lIns="91425" tIns="91425" rIns="91425" bIns="91425" anchor="ctr" anchorCtr="0">
            <a:noAutofit/>
          </a:bodyPr>
          <a:lstStyle>
            <a:lvl1pPr lvl="0" algn="r">
              <a:spcBef>
                <a:spcPts val="0"/>
              </a:spcBef>
              <a:spcAft>
                <a:spcPts val="0"/>
              </a:spcAft>
              <a:buSzPts val="4800"/>
              <a:buNone/>
              <a:defRPr sz="6100">
                <a:latin typeface="Libre Baskerville"/>
                <a:ea typeface="Libre Baskerville"/>
                <a:cs typeface="Libre Baskerville"/>
                <a:sym typeface="Libre Baskervill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5562775" y="3062763"/>
            <a:ext cx="28671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accent2"/>
              </a:buClr>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2"/>
        </a:solidFill>
        <a:effectLst/>
      </p:bgPr>
    </p:bg>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55000"/>
          </a:blip>
          <a:stretch>
            <a:fillRect/>
          </a:stretch>
        </p:blipFill>
        <p:spPr>
          <a:xfrm>
            <a:off x="5916772" y="0"/>
            <a:ext cx="3227225" cy="3330400"/>
          </a:xfrm>
          <a:prstGeom prst="rect">
            <a:avLst/>
          </a:prstGeom>
          <a:noFill/>
          <a:ln>
            <a:noFill/>
          </a:ln>
        </p:spPr>
      </p:pic>
      <p:sp>
        <p:nvSpPr>
          <p:cNvPr id="16" name="Google Shape;16;p3"/>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714125" y="1572350"/>
            <a:ext cx="3248400" cy="1680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38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title" idx="2"/>
          </p:nvPr>
        </p:nvSpPr>
        <p:spPr>
          <a:xfrm>
            <a:off x="714125" y="543950"/>
            <a:ext cx="1429200" cy="876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6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9" name="Google Shape;19;p3"/>
          <p:cNvSpPr txBox="1">
            <a:spLocks noGrp="1"/>
          </p:cNvSpPr>
          <p:nvPr>
            <p:ph type="subTitle" idx="1"/>
          </p:nvPr>
        </p:nvSpPr>
        <p:spPr>
          <a:xfrm>
            <a:off x="714125" y="3331275"/>
            <a:ext cx="2610300" cy="62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2"/>
        </a:solidFill>
        <a:effectLst/>
      </p:bgPr>
    </p:bg>
    <p:spTree>
      <p:nvGrpSpPr>
        <p:cNvPr id="1" name="Shape 20"/>
        <p:cNvGrpSpPr/>
        <p:nvPr/>
      </p:nvGrpSpPr>
      <p:grpSpPr>
        <a:xfrm>
          <a:off x="0" y="0"/>
          <a:ext cx="0" cy="0"/>
          <a:chOff x="0" y="0"/>
          <a:chExt cx="0" cy="0"/>
        </a:xfrm>
      </p:grpSpPr>
      <p:pic>
        <p:nvPicPr>
          <p:cNvPr id="21" name="Google Shape;21;p4"/>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22" name="Google Shape;22;p4"/>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23" name="Google Shape;23;p4"/>
          <p:cNvSpPr txBox="1">
            <a:spLocks noGrp="1"/>
          </p:cNvSpPr>
          <p:nvPr>
            <p:ph type="title"/>
          </p:nvPr>
        </p:nvSpPr>
        <p:spPr>
          <a:xfrm>
            <a:off x="714125" y="543950"/>
            <a:ext cx="7716000" cy="36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4" name="Google Shape;24;p4"/>
          <p:cNvSpPr txBox="1">
            <a:spLocks noGrp="1"/>
          </p:cNvSpPr>
          <p:nvPr>
            <p:ph type="body" idx="1"/>
          </p:nvPr>
        </p:nvSpPr>
        <p:spPr>
          <a:xfrm>
            <a:off x="714000" y="1064375"/>
            <a:ext cx="7716000" cy="3543300"/>
          </a:xfrm>
          <a:prstGeom prst="rect">
            <a:avLst/>
          </a:prstGeom>
        </p:spPr>
        <p:txBody>
          <a:bodyPr spcFirstLastPara="1" wrap="square" lIns="91425" tIns="91425" rIns="91425" bIns="91425" anchor="t" anchorCtr="0">
            <a:noAutofit/>
          </a:bodyPr>
          <a:lstStyle>
            <a:lvl1pPr marL="457200" lvl="0" indent="-311150" rtl="0">
              <a:lnSpc>
                <a:spcPct val="100000"/>
              </a:lnSpc>
              <a:spcBef>
                <a:spcPts val="0"/>
              </a:spcBef>
              <a:spcAft>
                <a:spcPts val="0"/>
              </a:spcAft>
              <a:buSzPts val="1300"/>
              <a:buChar char="●"/>
              <a:defRPr sz="1300"/>
            </a:lvl1pPr>
            <a:lvl2pPr marL="914400" lvl="1" indent="-311150" rtl="0">
              <a:spcBef>
                <a:spcPts val="1600"/>
              </a:spcBef>
              <a:spcAft>
                <a:spcPts val="0"/>
              </a:spcAft>
              <a:buSzPts val="1300"/>
              <a:buFont typeface="Roboto Condensed Light"/>
              <a:buChar char="○"/>
              <a:defRPr sz="1300"/>
            </a:lvl2pPr>
            <a:lvl3pPr marL="1371600" lvl="2" indent="-311150" rtl="0">
              <a:spcBef>
                <a:spcPts val="1600"/>
              </a:spcBef>
              <a:spcAft>
                <a:spcPts val="0"/>
              </a:spcAft>
              <a:buSzPts val="1300"/>
              <a:buFont typeface="Roboto Condensed Light"/>
              <a:buChar char="■"/>
              <a:defRPr sz="1300"/>
            </a:lvl3pPr>
            <a:lvl4pPr marL="1828800" lvl="3" indent="-311150" rtl="0">
              <a:spcBef>
                <a:spcPts val="1600"/>
              </a:spcBef>
              <a:spcAft>
                <a:spcPts val="0"/>
              </a:spcAft>
              <a:buSzPts val="1300"/>
              <a:buFont typeface="Roboto Condensed Light"/>
              <a:buChar char="●"/>
              <a:defRPr sz="1300"/>
            </a:lvl4pPr>
            <a:lvl5pPr marL="2286000" lvl="4" indent="-311150" rtl="0">
              <a:spcBef>
                <a:spcPts val="1600"/>
              </a:spcBef>
              <a:spcAft>
                <a:spcPts val="0"/>
              </a:spcAft>
              <a:buSzPts val="1300"/>
              <a:buFont typeface="Roboto Condensed Light"/>
              <a:buChar char="○"/>
              <a:defRPr sz="1300"/>
            </a:lvl5pPr>
            <a:lvl6pPr marL="2743200" lvl="5" indent="-311150" rtl="0">
              <a:spcBef>
                <a:spcPts val="1600"/>
              </a:spcBef>
              <a:spcAft>
                <a:spcPts val="0"/>
              </a:spcAft>
              <a:buSzPts val="1300"/>
              <a:buFont typeface="Roboto Condensed Light"/>
              <a:buChar char="■"/>
              <a:defRPr sz="1300"/>
            </a:lvl6pPr>
            <a:lvl7pPr marL="3200400" lvl="6" indent="-311150" rtl="0">
              <a:spcBef>
                <a:spcPts val="1600"/>
              </a:spcBef>
              <a:spcAft>
                <a:spcPts val="0"/>
              </a:spcAft>
              <a:buSzPts val="1300"/>
              <a:buFont typeface="Roboto Condensed Light"/>
              <a:buChar char="●"/>
              <a:defRPr sz="1300"/>
            </a:lvl7pPr>
            <a:lvl8pPr marL="3657600" lvl="7" indent="-311150" rtl="0">
              <a:spcBef>
                <a:spcPts val="1600"/>
              </a:spcBef>
              <a:spcAft>
                <a:spcPts val="0"/>
              </a:spcAft>
              <a:buSzPts val="1300"/>
              <a:buFont typeface="Roboto Condensed Light"/>
              <a:buChar char="○"/>
              <a:defRPr sz="1300"/>
            </a:lvl8pPr>
            <a:lvl9pPr marL="4114800" lvl="8" indent="-311150" rtl="0">
              <a:spcBef>
                <a:spcPts val="1600"/>
              </a:spcBef>
              <a:spcAft>
                <a:spcPts val="1600"/>
              </a:spcAft>
              <a:buSzPts val="1300"/>
              <a:buFont typeface="Roboto Condensed Light"/>
              <a:buChar char="■"/>
              <a:defRPr sz="1300"/>
            </a:lvl9pPr>
          </a:lstStyle>
          <a:p>
            <a:endParaRPr/>
          </a:p>
        </p:txBody>
      </p:sp>
      <p:sp>
        <p:nvSpPr>
          <p:cNvPr id="25" name="Google Shape;25;p4"/>
          <p:cNvSpPr/>
          <p:nvPr/>
        </p:nvSpPr>
        <p:spPr>
          <a:xfrm>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2"/>
        </a:solidFill>
        <a:effectLst/>
      </p:bgPr>
    </p:bg>
    <p:spTree>
      <p:nvGrpSpPr>
        <p:cNvPr id="1" name="Shape 26"/>
        <p:cNvGrpSpPr/>
        <p:nvPr/>
      </p:nvGrpSpPr>
      <p:grpSpPr>
        <a:xfrm>
          <a:off x="0" y="0"/>
          <a:ext cx="0" cy="0"/>
          <a:chOff x="0" y="0"/>
          <a:chExt cx="0" cy="0"/>
        </a:xfrm>
      </p:grpSpPr>
      <p:pic>
        <p:nvPicPr>
          <p:cNvPr id="27" name="Google Shape;27;p5"/>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28" name="Google Shape;28;p5"/>
          <p:cNvSpPr txBox="1">
            <a:spLocks noGrp="1"/>
          </p:cNvSpPr>
          <p:nvPr>
            <p:ph type="subTitle" idx="1"/>
          </p:nvPr>
        </p:nvSpPr>
        <p:spPr>
          <a:xfrm>
            <a:off x="1660981" y="2924247"/>
            <a:ext cx="2377500" cy="7131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9" name="Google Shape;29;p5"/>
          <p:cNvSpPr txBox="1">
            <a:spLocks noGrp="1"/>
          </p:cNvSpPr>
          <p:nvPr>
            <p:ph type="subTitle" idx="2"/>
          </p:nvPr>
        </p:nvSpPr>
        <p:spPr>
          <a:xfrm>
            <a:off x="5105519" y="2924247"/>
            <a:ext cx="2377500" cy="7131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30" name="Google Shape;30;p5"/>
          <p:cNvSpPr txBox="1">
            <a:spLocks noGrp="1"/>
          </p:cNvSpPr>
          <p:nvPr>
            <p:ph type="title"/>
          </p:nvPr>
        </p:nvSpPr>
        <p:spPr>
          <a:xfrm>
            <a:off x="1949731" y="248114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31" name="Google Shape;31;p5"/>
          <p:cNvSpPr txBox="1">
            <a:spLocks noGrp="1"/>
          </p:cNvSpPr>
          <p:nvPr>
            <p:ph type="title" idx="3"/>
          </p:nvPr>
        </p:nvSpPr>
        <p:spPr>
          <a:xfrm>
            <a:off x="5394269" y="248114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32" name="Google Shape;32;p5"/>
          <p:cNvSpPr txBox="1">
            <a:spLocks noGrp="1"/>
          </p:cNvSpPr>
          <p:nvPr>
            <p:ph type="title" idx="4"/>
          </p:nvPr>
        </p:nvSpPr>
        <p:spPr>
          <a:xfrm>
            <a:off x="714125" y="54682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33" name="Google Shape;33;p5"/>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2"/>
        </a:solidFill>
        <a:effectLst/>
      </p:bgPr>
    </p:bg>
    <p:spTree>
      <p:nvGrpSpPr>
        <p:cNvPr id="1" name="Shape 34"/>
        <p:cNvGrpSpPr/>
        <p:nvPr/>
      </p:nvGrpSpPr>
      <p:grpSpPr>
        <a:xfrm>
          <a:off x="0" y="0"/>
          <a:ext cx="0" cy="0"/>
          <a:chOff x="0" y="0"/>
          <a:chExt cx="0" cy="0"/>
        </a:xfrm>
      </p:grpSpPr>
      <p:pic>
        <p:nvPicPr>
          <p:cNvPr id="35" name="Google Shape;35;p6"/>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36" name="Google Shape;36;p6"/>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37" name="Google Shape;37;p6"/>
          <p:cNvSpPr txBox="1">
            <a:spLocks noGrp="1"/>
          </p:cNvSpPr>
          <p:nvPr>
            <p:ph type="title"/>
          </p:nvPr>
        </p:nvSpPr>
        <p:spPr>
          <a:xfrm>
            <a:off x="714125" y="546825"/>
            <a:ext cx="77160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38" name="Google Shape;38;p6"/>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pic>
        <p:nvPicPr>
          <p:cNvPr id="40" name="Google Shape;40;p7"/>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41" name="Google Shape;41;p7"/>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42" name="Google Shape;42;p7"/>
          <p:cNvSpPr txBox="1">
            <a:spLocks noGrp="1"/>
          </p:cNvSpPr>
          <p:nvPr>
            <p:ph type="body" idx="1"/>
          </p:nvPr>
        </p:nvSpPr>
        <p:spPr>
          <a:xfrm>
            <a:off x="714125" y="1317600"/>
            <a:ext cx="4962900" cy="2508300"/>
          </a:xfrm>
          <a:prstGeom prst="rect">
            <a:avLst/>
          </a:prstGeom>
        </p:spPr>
        <p:txBody>
          <a:bodyPr spcFirstLastPara="1" wrap="square" lIns="91425" tIns="91425" rIns="91425" bIns="91425" anchor="ctr" anchorCtr="0">
            <a:noAutofit/>
          </a:bodyPr>
          <a:lstStyle>
            <a:lvl1pPr marL="457200" lvl="0" indent="-311150" rtl="0">
              <a:lnSpc>
                <a:spcPct val="100000"/>
              </a:lnSpc>
              <a:spcBef>
                <a:spcPts val="0"/>
              </a:spcBef>
              <a:spcAft>
                <a:spcPts val="0"/>
              </a:spcAft>
              <a:buSzPts val="1300"/>
              <a:buChar char="●"/>
              <a:defRPr sz="1400"/>
            </a:lvl1pPr>
            <a:lvl2pPr marL="914400" lvl="1" indent="-311150" rtl="0">
              <a:spcBef>
                <a:spcPts val="0"/>
              </a:spcBef>
              <a:spcAft>
                <a:spcPts val="0"/>
              </a:spcAft>
              <a:buSzPts val="1300"/>
              <a:buChar char="○"/>
              <a:defRPr sz="1300"/>
            </a:lvl2pPr>
            <a:lvl3pPr marL="1371600" lvl="2" indent="-311150" rtl="0">
              <a:spcBef>
                <a:spcPts val="1600"/>
              </a:spcBef>
              <a:spcAft>
                <a:spcPts val="0"/>
              </a:spcAft>
              <a:buSzPts val="1300"/>
              <a:buChar char="■"/>
              <a:defRPr sz="1300"/>
            </a:lvl3pPr>
            <a:lvl4pPr marL="1828800" lvl="3" indent="-311150" rtl="0">
              <a:spcBef>
                <a:spcPts val="1600"/>
              </a:spcBef>
              <a:spcAft>
                <a:spcPts val="0"/>
              </a:spcAft>
              <a:buSzPts val="1300"/>
              <a:buChar char="●"/>
              <a:defRPr sz="1300"/>
            </a:lvl4pPr>
            <a:lvl5pPr marL="2286000" lvl="4" indent="-311150" rtl="0">
              <a:spcBef>
                <a:spcPts val="1600"/>
              </a:spcBef>
              <a:spcAft>
                <a:spcPts val="0"/>
              </a:spcAft>
              <a:buSzPts val="1300"/>
              <a:buChar char="○"/>
              <a:defRPr sz="1300"/>
            </a:lvl5pPr>
            <a:lvl6pPr marL="2743200" lvl="5" indent="-311150" rtl="0">
              <a:spcBef>
                <a:spcPts val="1600"/>
              </a:spcBef>
              <a:spcAft>
                <a:spcPts val="0"/>
              </a:spcAft>
              <a:buSzPts val="1300"/>
              <a:buChar char="■"/>
              <a:defRPr sz="1300"/>
            </a:lvl6pPr>
            <a:lvl7pPr marL="3200400" lvl="6" indent="-311150" rtl="0">
              <a:spcBef>
                <a:spcPts val="1600"/>
              </a:spcBef>
              <a:spcAft>
                <a:spcPts val="0"/>
              </a:spcAft>
              <a:buSzPts val="1300"/>
              <a:buChar char="●"/>
              <a:defRPr sz="1300"/>
            </a:lvl7pPr>
            <a:lvl8pPr marL="3657600" lvl="7" indent="-311150" rtl="0">
              <a:spcBef>
                <a:spcPts val="1600"/>
              </a:spcBef>
              <a:spcAft>
                <a:spcPts val="0"/>
              </a:spcAft>
              <a:buSzPts val="1300"/>
              <a:buChar char="○"/>
              <a:defRPr sz="1300"/>
            </a:lvl8pPr>
            <a:lvl9pPr marL="4114800" lvl="8" indent="-311150" rtl="0">
              <a:spcBef>
                <a:spcPts val="1600"/>
              </a:spcBef>
              <a:spcAft>
                <a:spcPts val="1600"/>
              </a:spcAft>
              <a:buSzPts val="1300"/>
              <a:buChar char="■"/>
              <a:defRPr sz="1300"/>
            </a:lvl9pPr>
          </a:lstStyle>
          <a:p>
            <a:endParaRPr/>
          </a:p>
        </p:txBody>
      </p:sp>
      <p:sp>
        <p:nvSpPr>
          <p:cNvPr id="43" name="Google Shape;43;p7"/>
          <p:cNvSpPr txBox="1">
            <a:spLocks noGrp="1"/>
          </p:cNvSpPr>
          <p:nvPr>
            <p:ph type="title"/>
          </p:nvPr>
        </p:nvSpPr>
        <p:spPr>
          <a:xfrm>
            <a:off x="714125" y="543950"/>
            <a:ext cx="7715700" cy="36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44" name="Google Shape;44;p7"/>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5"/>
        <p:cNvGrpSpPr/>
        <p:nvPr/>
      </p:nvGrpSpPr>
      <p:grpSpPr>
        <a:xfrm>
          <a:off x="0" y="0"/>
          <a:ext cx="0" cy="0"/>
          <a:chOff x="0" y="0"/>
          <a:chExt cx="0" cy="0"/>
        </a:xfrm>
      </p:grpSpPr>
      <p:pic>
        <p:nvPicPr>
          <p:cNvPr id="46" name="Google Shape;46;p8"/>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47" name="Google Shape;47;p8"/>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title"/>
          </p:nvPr>
        </p:nvSpPr>
        <p:spPr>
          <a:xfrm>
            <a:off x="2230800" y="1304550"/>
            <a:ext cx="4682400" cy="253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2"/>
        </a:solidFill>
        <a:effectLst/>
      </p:bgPr>
    </p:bg>
    <p:spTree>
      <p:nvGrpSpPr>
        <p:cNvPr id="1" name="Shape 49"/>
        <p:cNvGrpSpPr/>
        <p:nvPr/>
      </p:nvGrpSpPr>
      <p:grpSpPr>
        <a:xfrm>
          <a:off x="0" y="0"/>
          <a:ext cx="0" cy="0"/>
          <a:chOff x="0" y="0"/>
          <a:chExt cx="0" cy="0"/>
        </a:xfrm>
      </p:grpSpPr>
      <p:pic>
        <p:nvPicPr>
          <p:cNvPr id="50" name="Google Shape;50;p9"/>
          <p:cNvPicPr preferRelativeResize="0"/>
          <p:nvPr/>
        </p:nvPicPr>
        <p:blipFill>
          <a:blip r:embed="rId2">
            <a:alphaModFix amt="55000"/>
          </a:blip>
          <a:stretch>
            <a:fillRect/>
          </a:stretch>
        </p:blipFill>
        <p:spPr>
          <a:xfrm flipH="1">
            <a:off x="2958360" y="1779725"/>
            <a:ext cx="3227225" cy="3330400"/>
          </a:xfrm>
          <a:prstGeom prst="rect">
            <a:avLst/>
          </a:prstGeom>
          <a:noFill/>
          <a:ln>
            <a:noFill/>
          </a:ln>
        </p:spPr>
      </p:pic>
      <p:sp>
        <p:nvSpPr>
          <p:cNvPr id="51" name="Google Shape;51;p9"/>
          <p:cNvSpPr txBox="1">
            <a:spLocks noGrp="1"/>
          </p:cNvSpPr>
          <p:nvPr>
            <p:ph type="title"/>
          </p:nvPr>
        </p:nvSpPr>
        <p:spPr>
          <a:xfrm>
            <a:off x="714120" y="1576894"/>
            <a:ext cx="3060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2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52" name="Google Shape;52;p9"/>
          <p:cNvSpPr txBox="1">
            <a:spLocks noGrp="1"/>
          </p:cNvSpPr>
          <p:nvPr>
            <p:ph type="title" idx="2"/>
          </p:nvPr>
        </p:nvSpPr>
        <p:spPr>
          <a:xfrm>
            <a:off x="714125" y="546825"/>
            <a:ext cx="77157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53" name="Google Shape;53;p9"/>
          <p:cNvSpPr txBox="1">
            <a:spLocks noGrp="1"/>
          </p:cNvSpPr>
          <p:nvPr>
            <p:ph type="subTitle" idx="1"/>
          </p:nvPr>
        </p:nvSpPr>
        <p:spPr>
          <a:xfrm>
            <a:off x="714125" y="1995206"/>
            <a:ext cx="2650200" cy="15714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54" name="Google Shape;54;p9"/>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4798375" y="3473350"/>
            <a:ext cx="3631500" cy="1126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2"/>
              </a:buClr>
              <a:buSzPts val="3600"/>
              <a:buNone/>
              <a:defRPr sz="2700">
                <a:solidFill>
                  <a:schemeClr val="lt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2"/>
        </a:solidFill>
        <a:effectLst/>
      </p:bgPr>
    </p:bg>
    <p:spTree>
      <p:nvGrpSpPr>
        <p:cNvPr id="1" name="Shape 57"/>
        <p:cNvGrpSpPr/>
        <p:nvPr/>
      </p:nvGrpSpPr>
      <p:grpSpPr>
        <a:xfrm>
          <a:off x="0" y="0"/>
          <a:ext cx="0" cy="0"/>
          <a:chOff x="0" y="0"/>
          <a:chExt cx="0" cy="0"/>
        </a:xfrm>
      </p:grpSpPr>
      <p:pic>
        <p:nvPicPr>
          <p:cNvPr id="58" name="Google Shape;58;p11"/>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59" name="Google Shape;59;p11"/>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1"/>
          <p:cNvSpPr txBox="1">
            <a:spLocks noGrp="1"/>
          </p:cNvSpPr>
          <p:nvPr>
            <p:ph type="body" idx="1"/>
          </p:nvPr>
        </p:nvSpPr>
        <p:spPr>
          <a:xfrm>
            <a:off x="714150" y="3285213"/>
            <a:ext cx="7715700" cy="3639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700"/>
            </a:lvl1pPr>
            <a:lvl2pPr marL="914400" lvl="1" indent="-342900" algn="ctr" rtl="0">
              <a:spcBef>
                <a:spcPts val="0"/>
              </a:spcBef>
              <a:spcAft>
                <a:spcPts val="0"/>
              </a:spcAft>
              <a:buSzPts val="1800"/>
              <a:buChar char="○"/>
              <a:defRPr/>
            </a:lvl2pPr>
            <a:lvl3pPr marL="1371600" lvl="2" indent="-342900" algn="ctr" rtl="0">
              <a:spcBef>
                <a:spcPts val="1600"/>
              </a:spcBef>
              <a:spcAft>
                <a:spcPts val="0"/>
              </a:spcAft>
              <a:buSzPts val="1800"/>
              <a:buChar char="■"/>
              <a:defRPr/>
            </a:lvl3pPr>
            <a:lvl4pPr marL="1828800" lvl="3" indent="-342900" algn="ctr" rtl="0">
              <a:spcBef>
                <a:spcPts val="1600"/>
              </a:spcBef>
              <a:spcAft>
                <a:spcPts val="0"/>
              </a:spcAft>
              <a:buSzPts val="1800"/>
              <a:buChar char="●"/>
              <a:defRPr/>
            </a:lvl4pPr>
            <a:lvl5pPr marL="2286000" lvl="4" indent="-342900" algn="ctr" rtl="0">
              <a:spcBef>
                <a:spcPts val="1600"/>
              </a:spcBef>
              <a:spcAft>
                <a:spcPts val="0"/>
              </a:spcAft>
              <a:buSzPts val="1800"/>
              <a:buChar char="○"/>
              <a:defRPr/>
            </a:lvl5pPr>
            <a:lvl6pPr marL="2743200" lvl="5" indent="-342900" algn="ctr" rtl="0">
              <a:spcBef>
                <a:spcPts val="1600"/>
              </a:spcBef>
              <a:spcAft>
                <a:spcPts val="0"/>
              </a:spcAft>
              <a:buSzPts val="1800"/>
              <a:buChar char="■"/>
              <a:defRPr/>
            </a:lvl6pPr>
            <a:lvl7pPr marL="3200400" lvl="6" indent="-342900" algn="ctr" rtl="0">
              <a:spcBef>
                <a:spcPts val="1600"/>
              </a:spcBef>
              <a:spcAft>
                <a:spcPts val="0"/>
              </a:spcAft>
              <a:buSzPts val="1800"/>
              <a:buChar char="●"/>
              <a:defRPr/>
            </a:lvl7pPr>
            <a:lvl8pPr marL="3657600" lvl="7" indent="-342900" algn="ctr" rtl="0">
              <a:spcBef>
                <a:spcPts val="1600"/>
              </a:spcBef>
              <a:spcAft>
                <a:spcPts val="0"/>
              </a:spcAft>
              <a:buSzPts val="1800"/>
              <a:buChar char="○"/>
              <a:defRPr/>
            </a:lvl8pPr>
            <a:lvl9pPr marL="4114800" lvl="8" indent="-342900" algn="ctr" rtl="0">
              <a:spcBef>
                <a:spcPts val="1600"/>
              </a:spcBef>
              <a:spcAft>
                <a:spcPts val="1600"/>
              </a:spcAft>
              <a:buSzPts val="1800"/>
              <a:buChar char="■"/>
              <a:defRPr/>
            </a:lvl9pPr>
          </a:lstStyle>
          <a:p>
            <a:endParaRPr/>
          </a:p>
        </p:txBody>
      </p:sp>
      <p:sp>
        <p:nvSpPr>
          <p:cNvPr id="61" name="Google Shape;61;p11"/>
          <p:cNvSpPr txBox="1">
            <a:spLocks noGrp="1"/>
          </p:cNvSpPr>
          <p:nvPr>
            <p:ph type="title" hasCustomPrompt="1"/>
          </p:nvPr>
        </p:nvSpPr>
        <p:spPr>
          <a:xfrm>
            <a:off x="714150" y="1646788"/>
            <a:ext cx="7715700" cy="1645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9600"/>
              <a:buNone/>
              <a:defRPr sz="96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SECTION_TITLE_AND_DESCRIPTION_1">
    <p:bg>
      <p:bgPr>
        <a:solidFill>
          <a:schemeClr val="lt2"/>
        </a:solidFill>
        <a:effectLst/>
      </p:bgPr>
    </p:bg>
    <p:spTree>
      <p:nvGrpSpPr>
        <p:cNvPr id="1" name="Shape 63"/>
        <p:cNvGrpSpPr/>
        <p:nvPr/>
      </p:nvGrpSpPr>
      <p:grpSpPr>
        <a:xfrm>
          <a:off x="0" y="0"/>
          <a:ext cx="0" cy="0"/>
          <a:chOff x="0" y="0"/>
          <a:chExt cx="0" cy="0"/>
        </a:xfrm>
      </p:grpSpPr>
      <p:pic>
        <p:nvPicPr>
          <p:cNvPr id="64" name="Google Shape;64;p13"/>
          <p:cNvPicPr preferRelativeResize="0"/>
          <p:nvPr/>
        </p:nvPicPr>
        <p:blipFill>
          <a:blip r:embed="rId2">
            <a:alphaModFix amt="55000"/>
          </a:blip>
          <a:stretch>
            <a:fillRect/>
          </a:stretch>
        </p:blipFill>
        <p:spPr>
          <a:xfrm flipH="1">
            <a:off x="5563410" y="758425"/>
            <a:ext cx="3227225" cy="3330400"/>
          </a:xfrm>
          <a:prstGeom prst="rect">
            <a:avLst/>
          </a:prstGeom>
          <a:noFill/>
          <a:ln>
            <a:noFill/>
          </a:ln>
        </p:spPr>
      </p:pic>
      <p:sp>
        <p:nvSpPr>
          <p:cNvPr id="65" name="Google Shape;65;p13"/>
          <p:cNvSpPr txBox="1">
            <a:spLocks noGrp="1"/>
          </p:cNvSpPr>
          <p:nvPr>
            <p:ph type="title"/>
          </p:nvPr>
        </p:nvSpPr>
        <p:spPr>
          <a:xfrm>
            <a:off x="714120" y="2110294"/>
            <a:ext cx="3060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2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66" name="Google Shape;66;p13"/>
          <p:cNvSpPr txBox="1">
            <a:spLocks noGrp="1"/>
          </p:cNvSpPr>
          <p:nvPr>
            <p:ph type="title" idx="2"/>
          </p:nvPr>
        </p:nvSpPr>
        <p:spPr>
          <a:xfrm>
            <a:off x="714125" y="570900"/>
            <a:ext cx="5384400" cy="761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67" name="Google Shape;67;p13"/>
          <p:cNvSpPr txBox="1">
            <a:spLocks noGrp="1"/>
          </p:cNvSpPr>
          <p:nvPr>
            <p:ph type="subTitle" idx="1"/>
          </p:nvPr>
        </p:nvSpPr>
        <p:spPr>
          <a:xfrm>
            <a:off x="714125" y="2178149"/>
            <a:ext cx="2650200" cy="901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lnSpc>
                <a:spcPct val="100000"/>
              </a:lnSpc>
              <a:spcBef>
                <a:spcPts val="1600"/>
              </a:spcBef>
              <a:spcAft>
                <a:spcPts val="0"/>
              </a:spcAft>
              <a:buNone/>
              <a:defRPr sz="1400"/>
            </a:lvl2pPr>
            <a:lvl3pPr lvl="2" rtl="0">
              <a:lnSpc>
                <a:spcPct val="100000"/>
              </a:lnSpc>
              <a:spcBef>
                <a:spcPts val="1600"/>
              </a:spcBef>
              <a:spcAft>
                <a:spcPts val="0"/>
              </a:spcAft>
              <a:buNone/>
              <a:defRPr sz="1400"/>
            </a:lvl3pPr>
            <a:lvl4pPr lvl="3" rtl="0">
              <a:lnSpc>
                <a:spcPct val="100000"/>
              </a:lnSpc>
              <a:spcBef>
                <a:spcPts val="1600"/>
              </a:spcBef>
              <a:spcAft>
                <a:spcPts val="0"/>
              </a:spcAft>
              <a:buNone/>
              <a:defRPr sz="1400"/>
            </a:lvl4pPr>
            <a:lvl5pPr lvl="4" rtl="0">
              <a:lnSpc>
                <a:spcPct val="100000"/>
              </a:lnSpc>
              <a:spcBef>
                <a:spcPts val="1600"/>
              </a:spcBef>
              <a:spcAft>
                <a:spcPts val="0"/>
              </a:spcAft>
              <a:buNone/>
              <a:defRPr sz="1400"/>
            </a:lvl5pPr>
            <a:lvl6pPr lvl="5" rtl="0">
              <a:lnSpc>
                <a:spcPct val="100000"/>
              </a:lnSpc>
              <a:spcBef>
                <a:spcPts val="1600"/>
              </a:spcBef>
              <a:spcAft>
                <a:spcPts val="0"/>
              </a:spcAft>
              <a:buNone/>
              <a:defRPr sz="1400"/>
            </a:lvl6pPr>
            <a:lvl7pPr lvl="6" rtl="0">
              <a:lnSpc>
                <a:spcPct val="100000"/>
              </a:lnSpc>
              <a:spcBef>
                <a:spcPts val="1600"/>
              </a:spcBef>
              <a:spcAft>
                <a:spcPts val="0"/>
              </a:spcAft>
              <a:buNone/>
              <a:defRPr sz="1400"/>
            </a:lvl7pPr>
            <a:lvl8pPr lvl="7" rtl="0">
              <a:lnSpc>
                <a:spcPct val="100000"/>
              </a:lnSpc>
              <a:spcBef>
                <a:spcPts val="1600"/>
              </a:spcBef>
              <a:spcAft>
                <a:spcPts val="0"/>
              </a:spcAft>
              <a:buNone/>
              <a:defRPr sz="1400"/>
            </a:lvl8pPr>
            <a:lvl9pPr lvl="8" rtl="0">
              <a:lnSpc>
                <a:spcPct val="100000"/>
              </a:lnSpc>
              <a:spcBef>
                <a:spcPts val="1600"/>
              </a:spcBef>
              <a:spcAft>
                <a:spcPts val="1600"/>
              </a:spcAft>
              <a:buNone/>
              <a:defRPr sz="1400"/>
            </a:lvl9pPr>
          </a:lstStyle>
          <a:p>
            <a:endParaRPr/>
          </a:p>
        </p:txBody>
      </p:sp>
      <p:sp>
        <p:nvSpPr>
          <p:cNvPr id="68" name="Google Shape;68;p13"/>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SECTION_TITLE_AND_DESCRIPTION_1_1">
    <p:bg>
      <p:bgPr>
        <a:solidFill>
          <a:schemeClr val="lt2"/>
        </a:solidFill>
        <a:effectLst/>
      </p:bgPr>
    </p:bg>
    <p:spTree>
      <p:nvGrpSpPr>
        <p:cNvPr id="1" name="Shape 69"/>
        <p:cNvGrpSpPr/>
        <p:nvPr/>
      </p:nvGrpSpPr>
      <p:grpSpPr>
        <a:xfrm>
          <a:off x="0" y="0"/>
          <a:ext cx="0" cy="0"/>
          <a:chOff x="0" y="0"/>
          <a:chExt cx="0" cy="0"/>
        </a:xfrm>
      </p:grpSpPr>
      <p:pic>
        <p:nvPicPr>
          <p:cNvPr id="70" name="Google Shape;70;p14"/>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71" name="Google Shape;71;p14"/>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72" name="Google Shape;72;p14"/>
          <p:cNvSpPr txBox="1">
            <a:spLocks noGrp="1"/>
          </p:cNvSpPr>
          <p:nvPr>
            <p:ph type="title"/>
          </p:nvPr>
        </p:nvSpPr>
        <p:spPr>
          <a:xfrm>
            <a:off x="4552901" y="1696025"/>
            <a:ext cx="3875400" cy="36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accent2"/>
              </a:buClr>
              <a:buSzPts val="1800"/>
              <a:buNone/>
              <a:defRPr sz="2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73" name="Google Shape;73;p14"/>
          <p:cNvSpPr txBox="1">
            <a:spLocks noGrp="1"/>
          </p:cNvSpPr>
          <p:nvPr>
            <p:ph type="subTitle" idx="1"/>
          </p:nvPr>
        </p:nvSpPr>
        <p:spPr>
          <a:xfrm>
            <a:off x="4342325" y="2333775"/>
            <a:ext cx="4087500" cy="1568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600"/>
            </a:lvl1pPr>
            <a:lvl2pPr lvl="1" algn="r" rtl="0">
              <a:lnSpc>
                <a:spcPct val="100000"/>
              </a:lnSpc>
              <a:spcBef>
                <a:spcPts val="1600"/>
              </a:spcBef>
              <a:spcAft>
                <a:spcPts val="0"/>
              </a:spcAft>
              <a:buNone/>
              <a:defRPr sz="1600"/>
            </a:lvl2pPr>
            <a:lvl3pPr lvl="2" algn="r" rtl="0">
              <a:lnSpc>
                <a:spcPct val="100000"/>
              </a:lnSpc>
              <a:spcBef>
                <a:spcPts val="1600"/>
              </a:spcBef>
              <a:spcAft>
                <a:spcPts val="0"/>
              </a:spcAft>
              <a:buNone/>
              <a:defRPr sz="1600"/>
            </a:lvl3pPr>
            <a:lvl4pPr lvl="3" algn="r" rtl="0">
              <a:lnSpc>
                <a:spcPct val="100000"/>
              </a:lnSpc>
              <a:spcBef>
                <a:spcPts val="1600"/>
              </a:spcBef>
              <a:spcAft>
                <a:spcPts val="0"/>
              </a:spcAft>
              <a:buNone/>
              <a:defRPr sz="1600"/>
            </a:lvl4pPr>
            <a:lvl5pPr lvl="4" algn="r" rtl="0">
              <a:lnSpc>
                <a:spcPct val="100000"/>
              </a:lnSpc>
              <a:spcBef>
                <a:spcPts val="1600"/>
              </a:spcBef>
              <a:spcAft>
                <a:spcPts val="0"/>
              </a:spcAft>
              <a:buNone/>
              <a:defRPr sz="1600"/>
            </a:lvl5pPr>
            <a:lvl6pPr lvl="5" algn="r" rtl="0">
              <a:lnSpc>
                <a:spcPct val="100000"/>
              </a:lnSpc>
              <a:spcBef>
                <a:spcPts val="1600"/>
              </a:spcBef>
              <a:spcAft>
                <a:spcPts val="0"/>
              </a:spcAft>
              <a:buNone/>
              <a:defRPr sz="1600"/>
            </a:lvl6pPr>
            <a:lvl7pPr lvl="6" algn="r" rtl="0">
              <a:lnSpc>
                <a:spcPct val="100000"/>
              </a:lnSpc>
              <a:spcBef>
                <a:spcPts val="1600"/>
              </a:spcBef>
              <a:spcAft>
                <a:spcPts val="0"/>
              </a:spcAft>
              <a:buNone/>
              <a:defRPr sz="1600"/>
            </a:lvl7pPr>
            <a:lvl8pPr lvl="7" algn="r" rtl="0">
              <a:lnSpc>
                <a:spcPct val="100000"/>
              </a:lnSpc>
              <a:spcBef>
                <a:spcPts val="1600"/>
              </a:spcBef>
              <a:spcAft>
                <a:spcPts val="0"/>
              </a:spcAft>
              <a:buNone/>
              <a:defRPr sz="1600"/>
            </a:lvl8pPr>
            <a:lvl9pPr lvl="8" algn="r" rtl="0">
              <a:lnSpc>
                <a:spcPct val="100000"/>
              </a:lnSpc>
              <a:spcBef>
                <a:spcPts val="1600"/>
              </a:spcBef>
              <a:spcAft>
                <a:spcPts val="1600"/>
              </a:spcAft>
              <a:buNone/>
              <a:defRPr sz="1600"/>
            </a:lvl9pPr>
          </a:lstStyle>
          <a:p>
            <a:endParaRPr/>
          </a:p>
        </p:txBody>
      </p:sp>
      <p:sp>
        <p:nvSpPr>
          <p:cNvPr id="74" name="Google Shape;74;p14"/>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4"/>
          <p:cNvSpPr txBox="1">
            <a:spLocks noGrp="1"/>
          </p:cNvSpPr>
          <p:nvPr>
            <p:ph type="title" idx="2"/>
          </p:nvPr>
        </p:nvSpPr>
        <p:spPr>
          <a:xfrm>
            <a:off x="714125" y="54682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SECTION_TITLE_AND_DESCRIPTION_1_1_1">
    <p:bg>
      <p:bgPr>
        <a:solidFill>
          <a:schemeClr val="lt2"/>
        </a:solidFill>
        <a:effectLst/>
      </p:bgPr>
    </p:bg>
    <p:spTree>
      <p:nvGrpSpPr>
        <p:cNvPr id="1" name="Shape 76"/>
        <p:cNvGrpSpPr/>
        <p:nvPr/>
      </p:nvGrpSpPr>
      <p:grpSpPr>
        <a:xfrm>
          <a:off x="0" y="0"/>
          <a:ext cx="0" cy="0"/>
          <a:chOff x="0" y="0"/>
          <a:chExt cx="0" cy="0"/>
        </a:xfrm>
      </p:grpSpPr>
      <p:pic>
        <p:nvPicPr>
          <p:cNvPr id="77" name="Google Shape;77;p15"/>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78" name="Google Shape;78;p15"/>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79" name="Google Shape;79;p15"/>
          <p:cNvSpPr txBox="1">
            <a:spLocks noGrp="1"/>
          </p:cNvSpPr>
          <p:nvPr>
            <p:ph type="title"/>
          </p:nvPr>
        </p:nvSpPr>
        <p:spPr>
          <a:xfrm>
            <a:off x="4960900" y="1453375"/>
            <a:ext cx="3162600" cy="36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accent2"/>
              </a:buClr>
              <a:buSzPts val="3000"/>
              <a:buNone/>
              <a:defRPr sz="3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80" name="Google Shape;80;p15"/>
          <p:cNvSpPr txBox="1">
            <a:spLocks noGrp="1"/>
          </p:cNvSpPr>
          <p:nvPr>
            <p:ph type="subTitle" idx="1"/>
          </p:nvPr>
        </p:nvSpPr>
        <p:spPr>
          <a:xfrm>
            <a:off x="4960900" y="2115375"/>
            <a:ext cx="3162600" cy="1217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600"/>
            </a:lvl1pPr>
            <a:lvl2pPr lvl="1" algn="r" rtl="0">
              <a:lnSpc>
                <a:spcPct val="100000"/>
              </a:lnSpc>
              <a:spcBef>
                <a:spcPts val="1600"/>
              </a:spcBef>
              <a:spcAft>
                <a:spcPts val="0"/>
              </a:spcAft>
              <a:buNone/>
              <a:defRPr sz="1600"/>
            </a:lvl2pPr>
            <a:lvl3pPr lvl="2" algn="r" rtl="0">
              <a:lnSpc>
                <a:spcPct val="100000"/>
              </a:lnSpc>
              <a:spcBef>
                <a:spcPts val="1600"/>
              </a:spcBef>
              <a:spcAft>
                <a:spcPts val="0"/>
              </a:spcAft>
              <a:buNone/>
              <a:defRPr sz="1600"/>
            </a:lvl3pPr>
            <a:lvl4pPr lvl="3" algn="r" rtl="0">
              <a:lnSpc>
                <a:spcPct val="100000"/>
              </a:lnSpc>
              <a:spcBef>
                <a:spcPts val="1600"/>
              </a:spcBef>
              <a:spcAft>
                <a:spcPts val="0"/>
              </a:spcAft>
              <a:buNone/>
              <a:defRPr sz="1600"/>
            </a:lvl4pPr>
            <a:lvl5pPr lvl="4" algn="r" rtl="0">
              <a:lnSpc>
                <a:spcPct val="100000"/>
              </a:lnSpc>
              <a:spcBef>
                <a:spcPts val="1600"/>
              </a:spcBef>
              <a:spcAft>
                <a:spcPts val="0"/>
              </a:spcAft>
              <a:buNone/>
              <a:defRPr sz="1600"/>
            </a:lvl5pPr>
            <a:lvl6pPr lvl="5" algn="r" rtl="0">
              <a:lnSpc>
                <a:spcPct val="100000"/>
              </a:lnSpc>
              <a:spcBef>
                <a:spcPts val="1600"/>
              </a:spcBef>
              <a:spcAft>
                <a:spcPts val="0"/>
              </a:spcAft>
              <a:buNone/>
              <a:defRPr sz="1600"/>
            </a:lvl6pPr>
            <a:lvl7pPr lvl="6" algn="r" rtl="0">
              <a:lnSpc>
                <a:spcPct val="100000"/>
              </a:lnSpc>
              <a:spcBef>
                <a:spcPts val="1600"/>
              </a:spcBef>
              <a:spcAft>
                <a:spcPts val="0"/>
              </a:spcAft>
              <a:buNone/>
              <a:defRPr sz="1600"/>
            </a:lvl7pPr>
            <a:lvl8pPr lvl="7" algn="r" rtl="0">
              <a:lnSpc>
                <a:spcPct val="100000"/>
              </a:lnSpc>
              <a:spcBef>
                <a:spcPts val="1600"/>
              </a:spcBef>
              <a:spcAft>
                <a:spcPts val="0"/>
              </a:spcAft>
              <a:buNone/>
              <a:defRPr sz="1600"/>
            </a:lvl8pPr>
            <a:lvl9pPr lvl="8" algn="r" rtl="0">
              <a:lnSpc>
                <a:spcPct val="100000"/>
              </a:lnSpc>
              <a:spcBef>
                <a:spcPts val="1600"/>
              </a:spcBef>
              <a:spcAft>
                <a:spcPts val="1600"/>
              </a:spcAft>
              <a:buNone/>
              <a:defRPr sz="1600"/>
            </a:lvl9pPr>
          </a:lstStyle>
          <a:p>
            <a:endParaRPr/>
          </a:p>
        </p:txBody>
      </p:sp>
      <p:sp>
        <p:nvSpPr>
          <p:cNvPr id="81" name="Google Shape;81;p15"/>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SECTION_HEADER_2">
    <p:bg>
      <p:bgPr>
        <a:solidFill>
          <a:schemeClr val="lt2"/>
        </a:solidFill>
        <a:effectLst/>
      </p:bgPr>
    </p:bg>
    <p:spTree>
      <p:nvGrpSpPr>
        <p:cNvPr id="1" name="Shape 82"/>
        <p:cNvGrpSpPr/>
        <p:nvPr/>
      </p:nvGrpSpPr>
      <p:grpSpPr>
        <a:xfrm>
          <a:off x="0" y="0"/>
          <a:ext cx="0" cy="0"/>
          <a:chOff x="0" y="0"/>
          <a:chExt cx="0" cy="0"/>
        </a:xfrm>
      </p:grpSpPr>
      <p:pic>
        <p:nvPicPr>
          <p:cNvPr id="83" name="Google Shape;83;p16"/>
          <p:cNvPicPr preferRelativeResize="0"/>
          <p:nvPr/>
        </p:nvPicPr>
        <p:blipFill>
          <a:blip r:embed="rId2">
            <a:alphaModFix amt="75000"/>
          </a:blip>
          <a:stretch>
            <a:fillRect/>
          </a:stretch>
        </p:blipFill>
        <p:spPr>
          <a:xfrm>
            <a:off x="46875" y="1066325"/>
            <a:ext cx="4078151" cy="3927375"/>
          </a:xfrm>
          <a:prstGeom prst="rect">
            <a:avLst/>
          </a:prstGeom>
          <a:noFill/>
          <a:ln>
            <a:noFill/>
          </a:ln>
        </p:spPr>
      </p:pic>
      <p:pic>
        <p:nvPicPr>
          <p:cNvPr id="84" name="Google Shape;84;p16"/>
          <p:cNvPicPr preferRelativeResize="0"/>
          <p:nvPr/>
        </p:nvPicPr>
        <p:blipFill>
          <a:blip r:embed="rId3">
            <a:alphaModFix amt="55000"/>
          </a:blip>
          <a:stretch>
            <a:fillRect/>
          </a:stretch>
        </p:blipFill>
        <p:spPr>
          <a:xfrm>
            <a:off x="5200997" y="992275"/>
            <a:ext cx="3227225" cy="3330400"/>
          </a:xfrm>
          <a:prstGeom prst="rect">
            <a:avLst/>
          </a:prstGeom>
          <a:noFill/>
          <a:ln>
            <a:noFill/>
          </a:ln>
        </p:spPr>
      </p:pic>
      <p:sp>
        <p:nvSpPr>
          <p:cNvPr id="85" name="Google Shape;85;p16"/>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title"/>
          </p:nvPr>
        </p:nvSpPr>
        <p:spPr>
          <a:xfrm>
            <a:off x="4875850" y="1974075"/>
            <a:ext cx="3552600" cy="7695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2"/>
              </a:buClr>
              <a:buSzPts val="1800"/>
              <a:buNone/>
              <a:defRPr sz="38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87" name="Google Shape;87;p16"/>
          <p:cNvSpPr txBox="1">
            <a:spLocks noGrp="1"/>
          </p:cNvSpPr>
          <p:nvPr>
            <p:ph type="subTitle" idx="1"/>
          </p:nvPr>
        </p:nvSpPr>
        <p:spPr>
          <a:xfrm>
            <a:off x="5817925" y="2844988"/>
            <a:ext cx="2610300" cy="622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sp>
        <p:nvSpPr>
          <p:cNvPr id="88" name="Google Shape;88;p16"/>
          <p:cNvSpPr txBox="1">
            <a:spLocks noGrp="1"/>
          </p:cNvSpPr>
          <p:nvPr>
            <p:ph type="title" idx="2" hasCustomPrompt="1"/>
          </p:nvPr>
        </p:nvSpPr>
        <p:spPr>
          <a:xfrm>
            <a:off x="1469350" y="1320513"/>
            <a:ext cx="1878300" cy="105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9600"/>
              <a:buNone/>
              <a:defRPr sz="60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2">
  <p:cSld name="SECTION_HEADER_2_1">
    <p:bg>
      <p:bgPr>
        <a:solidFill>
          <a:schemeClr val="lt2"/>
        </a:solidFill>
        <a:effectLst/>
      </p:bgPr>
    </p:bg>
    <p:spTree>
      <p:nvGrpSpPr>
        <p:cNvPr id="1" name="Shape 89"/>
        <p:cNvGrpSpPr/>
        <p:nvPr/>
      </p:nvGrpSpPr>
      <p:grpSpPr>
        <a:xfrm>
          <a:off x="0" y="0"/>
          <a:ext cx="0" cy="0"/>
          <a:chOff x="0" y="0"/>
          <a:chExt cx="0" cy="0"/>
        </a:xfrm>
      </p:grpSpPr>
      <p:pic>
        <p:nvPicPr>
          <p:cNvPr id="90" name="Google Shape;90;p17"/>
          <p:cNvPicPr preferRelativeResize="0"/>
          <p:nvPr/>
        </p:nvPicPr>
        <p:blipFill>
          <a:blip r:embed="rId2">
            <a:alphaModFix amt="75000"/>
          </a:blip>
          <a:stretch>
            <a:fillRect/>
          </a:stretch>
        </p:blipFill>
        <p:spPr>
          <a:xfrm>
            <a:off x="46875" y="1066325"/>
            <a:ext cx="4078151" cy="3927375"/>
          </a:xfrm>
          <a:prstGeom prst="rect">
            <a:avLst/>
          </a:prstGeom>
          <a:noFill/>
          <a:ln>
            <a:noFill/>
          </a:ln>
        </p:spPr>
      </p:pic>
      <p:pic>
        <p:nvPicPr>
          <p:cNvPr id="91" name="Google Shape;91;p17"/>
          <p:cNvPicPr preferRelativeResize="0"/>
          <p:nvPr/>
        </p:nvPicPr>
        <p:blipFill>
          <a:blip r:embed="rId3">
            <a:alphaModFix amt="55000"/>
          </a:blip>
          <a:stretch>
            <a:fillRect/>
          </a:stretch>
        </p:blipFill>
        <p:spPr>
          <a:xfrm>
            <a:off x="5200997" y="992275"/>
            <a:ext cx="3227225" cy="3330400"/>
          </a:xfrm>
          <a:prstGeom prst="rect">
            <a:avLst/>
          </a:prstGeom>
          <a:noFill/>
          <a:ln>
            <a:noFill/>
          </a:ln>
        </p:spPr>
      </p:pic>
      <p:sp>
        <p:nvSpPr>
          <p:cNvPr id="92" name="Google Shape;92;p17"/>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txBox="1">
            <a:spLocks noGrp="1"/>
          </p:cNvSpPr>
          <p:nvPr>
            <p:ph type="title"/>
          </p:nvPr>
        </p:nvSpPr>
        <p:spPr>
          <a:xfrm flipH="1">
            <a:off x="715775" y="1974075"/>
            <a:ext cx="3703500" cy="7695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2"/>
              </a:buClr>
              <a:buSzPts val="1800"/>
              <a:buNone/>
              <a:defRPr sz="38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94" name="Google Shape;94;p17"/>
          <p:cNvSpPr txBox="1">
            <a:spLocks noGrp="1"/>
          </p:cNvSpPr>
          <p:nvPr>
            <p:ph type="subTitle" idx="1"/>
          </p:nvPr>
        </p:nvSpPr>
        <p:spPr>
          <a:xfrm flipH="1">
            <a:off x="1808975" y="2844988"/>
            <a:ext cx="2610300" cy="622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sp>
        <p:nvSpPr>
          <p:cNvPr id="95" name="Google Shape;95;p17"/>
          <p:cNvSpPr txBox="1">
            <a:spLocks noGrp="1"/>
          </p:cNvSpPr>
          <p:nvPr>
            <p:ph type="title" idx="2" hasCustomPrompt="1"/>
          </p:nvPr>
        </p:nvSpPr>
        <p:spPr>
          <a:xfrm flipH="1">
            <a:off x="5486750" y="1165263"/>
            <a:ext cx="1878300" cy="105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9600"/>
              <a:buNone/>
              <a:defRPr sz="60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3">
  <p:cSld name="SECTION_HEADER_2_1_2">
    <p:bg>
      <p:bgPr>
        <a:solidFill>
          <a:schemeClr val="lt2"/>
        </a:solidFill>
        <a:effectLst/>
      </p:bgPr>
    </p:bg>
    <p:spTree>
      <p:nvGrpSpPr>
        <p:cNvPr id="1" name="Shape 96"/>
        <p:cNvGrpSpPr/>
        <p:nvPr/>
      </p:nvGrpSpPr>
      <p:grpSpPr>
        <a:xfrm>
          <a:off x="0" y="0"/>
          <a:ext cx="0" cy="0"/>
          <a:chOff x="0" y="0"/>
          <a:chExt cx="0" cy="0"/>
        </a:xfrm>
      </p:grpSpPr>
      <p:pic>
        <p:nvPicPr>
          <p:cNvPr id="97" name="Google Shape;97;p18"/>
          <p:cNvPicPr preferRelativeResize="0"/>
          <p:nvPr/>
        </p:nvPicPr>
        <p:blipFill>
          <a:blip r:embed="rId2">
            <a:alphaModFix amt="75000"/>
          </a:blip>
          <a:stretch>
            <a:fillRect/>
          </a:stretch>
        </p:blipFill>
        <p:spPr>
          <a:xfrm>
            <a:off x="46875" y="1066325"/>
            <a:ext cx="4078151" cy="3927375"/>
          </a:xfrm>
          <a:prstGeom prst="rect">
            <a:avLst/>
          </a:prstGeom>
          <a:noFill/>
          <a:ln>
            <a:noFill/>
          </a:ln>
        </p:spPr>
      </p:pic>
      <p:pic>
        <p:nvPicPr>
          <p:cNvPr id="98" name="Google Shape;98;p18"/>
          <p:cNvPicPr preferRelativeResize="0"/>
          <p:nvPr/>
        </p:nvPicPr>
        <p:blipFill>
          <a:blip r:embed="rId3">
            <a:alphaModFix amt="55000"/>
          </a:blip>
          <a:stretch>
            <a:fillRect/>
          </a:stretch>
        </p:blipFill>
        <p:spPr>
          <a:xfrm>
            <a:off x="5200997" y="992275"/>
            <a:ext cx="3227225" cy="3330400"/>
          </a:xfrm>
          <a:prstGeom prst="rect">
            <a:avLst/>
          </a:prstGeom>
          <a:noFill/>
          <a:ln>
            <a:noFill/>
          </a:ln>
        </p:spPr>
      </p:pic>
      <p:sp>
        <p:nvSpPr>
          <p:cNvPr id="99" name="Google Shape;99;p18"/>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8"/>
          <p:cNvSpPr txBox="1">
            <a:spLocks noGrp="1"/>
          </p:cNvSpPr>
          <p:nvPr>
            <p:ph type="title"/>
          </p:nvPr>
        </p:nvSpPr>
        <p:spPr>
          <a:xfrm flipH="1">
            <a:off x="715775" y="1974075"/>
            <a:ext cx="3703500" cy="769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38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01" name="Google Shape;101;p18"/>
          <p:cNvSpPr txBox="1">
            <a:spLocks noGrp="1"/>
          </p:cNvSpPr>
          <p:nvPr>
            <p:ph type="subTitle" idx="1"/>
          </p:nvPr>
        </p:nvSpPr>
        <p:spPr>
          <a:xfrm flipH="1">
            <a:off x="715900" y="2844988"/>
            <a:ext cx="2610300" cy="62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102" name="Google Shape;102;p18"/>
          <p:cNvSpPr txBox="1">
            <a:spLocks noGrp="1"/>
          </p:cNvSpPr>
          <p:nvPr>
            <p:ph type="title" idx="2" hasCustomPrompt="1"/>
          </p:nvPr>
        </p:nvSpPr>
        <p:spPr>
          <a:xfrm flipH="1">
            <a:off x="4943825" y="857238"/>
            <a:ext cx="1878300" cy="105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9600"/>
              <a:buNone/>
              <a:defRPr sz="60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4">
  <p:cSld name="SECTION_HEADER_2_1_1">
    <p:bg>
      <p:bgPr>
        <a:solidFill>
          <a:schemeClr val="lt2"/>
        </a:solidFill>
        <a:effectLst/>
      </p:bgPr>
    </p:bg>
    <p:spTree>
      <p:nvGrpSpPr>
        <p:cNvPr id="1" name="Shape 103"/>
        <p:cNvGrpSpPr/>
        <p:nvPr/>
      </p:nvGrpSpPr>
      <p:grpSpPr>
        <a:xfrm>
          <a:off x="0" y="0"/>
          <a:ext cx="0" cy="0"/>
          <a:chOff x="0" y="0"/>
          <a:chExt cx="0" cy="0"/>
        </a:xfrm>
      </p:grpSpPr>
      <p:pic>
        <p:nvPicPr>
          <p:cNvPr id="104" name="Google Shape;104;p19"/>
          <p:cNvPicPr preferRelativeResize="0"/>
          <p:nvPr/>
        </p:nvPicPr>
        <p:blipFill>
          <a:blip r:embed="rId2">
            <a:alphaModFix amt="75000"/>
          </a:blip>
          <a:stretch>
            <a:fillRect/>
          </a:stretch>
        </p:blipFill>
        <p:spPr>
          <a:xfrm>
            <a:off x="46875" y="1066325"/>
            <a:ext cx="4078151" cy="3927375"/>
          </a:xfrm>
          <a:prstGeom prst="rect">
            <a:avLst/>
          </a:prstGeom>
          <a:noFill/>
          <a:ln>
            <a:noFill/>
          </a:ln>
        </p:spPr>
      </p:pic>
      <p:pic>
        <p:nvPicPr>
          <p:cNvPr id="105" name="Google Shape;105;p19"/>
          <p:cNvPicPr preferRelativeResize="0"/>
          <p:nvPr/>
        </p:nvPicPr>
        <p:blipFill>
          <a:blip r:embed="rId3">
            <a:alphaModFix amt="55000"/>
          </a:blip>
          <a:stretch>
            <a:fillRect/>
          </a:stretch>
        </p:blipFill>
        <p:spPr>
          <a:xfrm>
            <a:off x="5200997" y="992275"/>
            <a:ext cx="3227225" cy="3330400"/>
          </a:xfrm>
          <a:prstGeom prst="rect">
            <a:avLst/>
          </a:prstGeom>
          <a:noFill/>
          <a:ln>
            <a:noFill/>
          </a:ln>
        </p:spPr>
      </p:pic>
      <p:sp>
        <p:nvSpPr>
          <p:cNvPr id="106" name="Google Shape;106;p19"/>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9"/>
          <p:cNvSpPr txBox="1">
            <a:spLocks noGrp="1"/>
          </p:cNvSpPr>
          <p:nvPr>
            <p:ph type="title"/>
          </p:nvPr>
        </p:nvSpPr>
        <p:spPr>
          <a:xfrm flipH="1">
            <a:off x="715775" y="1974075"/>
            <a:ext cx="3703500" cy="769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38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08" name="Google Shape;108;p19"/>
          <p:cNvSpPr txBox="1">
            <a:spLocks noGrp="1"/>
          </p:cNvSpPr>
          <p:nvPr>
            <p:ph type="subTitle" idx="1"/>
          </p:nvPr>
        </p:nvSpPr>
        <p:spPr>
          <a:xfrm flipH="1">
            <a:off x="715900" y="2844988"/>
            <a:ext cx="2610300" cy="622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sp>
        <p:nvSpPr>
          <p:cNvPr id="109" name="Google Shape;109;p19"/>
          <p:cNvSpPr txBox="1">
            <a:spLocks noGrp="1"/>
          </p:cNvSpPr>
          <p:nvPr>
            <p:ph type="title" idx="2" hasCustomPrompt="1"/>
          </p:nvPr>
        </p:nvSpPr>
        <p:spPr>
          <a:xfrm flipH="1">
            <a:off x="5505800" y="2044938"/>
            <a:ext cx="1878300" cy="105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9600"/>
              <a:buNone/>
              <a:defRPr sz="60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4 columns">
  <p:cSld name="SECTION_HEADER_1_2">
    <p:bg>
      <p:bgPr>
        <a:solidFill>
          <a:schemeClr val="lt2"/>
        </a:solidFill>
        <a:effectLst/>
      </p:bgPr>
    </p:bg>
    <p:spTree>
      <p:nvGrpSpPr>
        <p:cNvPr id="1" name="Shape 110"/>
        <p:cNvGrpSpPr/>
        <p:nvPr/>
      </p:nvGrpSpPr>
      <p:grpSpPr>
        <a:xfrm>
          <a:off x="0" y="0"/>
          <a:ext cx="0" cy="0"/>
          <a:chOff x="0" y="0"/>
          <a:chExt cx="0" cy="0"/>
        </a:xfrm>
      </p:grpSpPr>
      <p:pic>
        <p:nvPicPr>
          <p:cNvPr id="111" name="Google Shape;111;p20"/>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112" name="Google Shape;112;p20"/>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113" name="Google Shape;113;p20"/>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0"/>
          <p:cNvSpPr txBox="1">
            <a:spLocks noGrp="1"/>
          </p:cNvSpPr>
          <p:nvPr>
            <p:ph type="title"/>
          </p:nvPr>
        </p:nvSpPr>
        <p:spPr>
          <a:xfrm>
            <a:off x="714125" y="544231"/>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15" name="Google Shape;115;p20"/>
          <p:cNvSpPr txBox="1">
            <a:spLocks noGrp="1"/>
          </p:cNvSpPr>
          <p:nvPr>
            <p:ph type="subTitle" idx="1"/>
          </p:nvPr>
        </p:nvSpPr>
        <p:spPr>
          <a:xfrm>
            <a:off x="3685926" y="2202469"/>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116" name="Google Shape;116;p20"/>
          <p:cNvSpPr txBox="1">
            <a:spLocks noGrp="1"/>
          </p:cNvSpPr>
          <p:nvPr>
            <p:ph type="title" idx="2"/>
          </p:nvPr>
        </p:nvSpPr>
        <p:spPr>
          <a:xfrm>
            <a:off x="3739626" y="1710681"/>
            <a:ext cx="19116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a:solidFill>
                  <a:schemeClr val="dk2"/>
                </a:solidFill>
              </a:defRPr>
            </a:lvl1pPr>
            <a:lvl2pPr lvl="1" algn="r" rtl="0">
              <a:spcBef>
                <a:spcPts val="0"/>
              </a:spcBef>
              <a:spcAft>
                <a:spcPts val="0"/>
              </a:spcAft>
              <a:buClr>
                <a:schemeClr val="lt1"/>
              </a:buClr>
              <a:buSzPts val="3600"/>
              <a:buNone/>
              <a:defRPr sz="3600">
                <a:solidFill>
                  <a:schemeClr val="lt1"/>
                </a:solidFill>
              </a:defRPr>
            </a:lvl2pPr>
            <a:lvl3pPr lvl="2" algn="r" rtl="0">
              <a:spcBef>
                <a:spcPts val="0"/>
              </a:spcBef>
              <a:spcAft>
                <a:spcPts val="0"/>
              </a:spcAft>
              <a:buClr>
                <a:schemeClr val="lt1"/>
              </a:buClr>
              <a:buSzPts val="3600"/>
              <a:buNone/>
              <a:defRPr sz="3600">
                <a:solidFill>
                  <a:schemeClr val="lt1"/>
                </a:solidFill>
              </a:defRPr>
            </a:lvl3pPr>
            <a:lvl4pPr lvl="3" algn="r" rtl="0">
              <a:spcBef>
                <a:spcPts val="0"/>
              </a:spcBef>
              <a:spcAft>
                <a:spcPts val="0"/>
              </a:spcAft>
              <a:buClr>
                <a:schemeClr val="lt1"/>
              </a:buClr>
              <a:buSzPts val="3600"/>
              <a:buNone/>
              <a:defRPr sz="3600">
                <a:solidFill>
                  <a:schemeClr val="lt1"/>
                </a:solidFill>
              </a:defRPr>
            </a:lvl4pPr>
            <a:lvl5pPr lvl="4" algn="r" rtl="0">
              <a:spcBef>
                <a:spcPts val="0"/>
              </a:spcBef>
              <a:spcAft>
                <a:spcPts val="0"/>
              </a:spcAft>
              <a:buClr>
                <a:schemeClr val="lt1"/>
              </a:buClr>
              <a:buSzPts val="3600"/>
              <a:buNone/>
              <a:defRPr sz="3600">
                <a:solidFill>
                  <a:schemeClr val="lt1"/>
                </a:solidFill>
              </a:defRPr>
            </a:lvl5pPr>
            <a:lvl6pPr lvl="5" algn="r" rtl="0">
              <a:spcBef>
                <a:spcPts val="0"/>
              </a:spcBef>
              <a:spcAft>
                <a:spcPts val="0"/>
              </a:spcAft>
              <a:buClr>
                <a:schemeClr val="lt1"/>
              </a:buClr>
              <a:buSzPts val="3600"/>
              <a:buNone/>
              <a:defRPr sz="3600">
                <a:solidFill>
                  <a:schemeClr val="lt1"/>
                </a:solidFill>
              </a:defRPr>
            </a:lvl6pPr>
            <a:lvl7pPr lvl="6" algn="r" rtl="0">
              <a:spcBef>
                <a:spcPts val="0"/>
              </a:spcBef>
              <a:spcAft>
                <a:spcPts val="0"/>
              </a:spcAft>
              <a:buClr>
                <a:schemeClr val="lt1"/>
              </a:buClr>
              <a:buSzPts val="3600"/>
              <a:buNone/>
              <a:defRPr sz="3600">
                <a:solidFill>
                  <a:schemeClr val="lt1"/>
                </a:solidFill>
              </a:defRPr>
            </a:lvl7pPr>
            <a:lvl8pPr lvl="7" algn="r" rtl="0">
              <a:spcBef>
                <a:spcPts val="0"/>
              </a:spcBef>
              <a:spcAft>
                <a:spcPts val="0"/>
              </a:spcAft>
              <a:buClr>
                <a:schemeClr val="lt1"/>
              </a:buClr>
              <a:buSzPts val="3600"/>
              <a:buNone/>
              <a:defRPr sz="3600">
                <a:solidFill>
                  <a:schemeClr val="lt1"/>
                </a:solidFill>
              </a:defRPr>
            </a:lvl8pPr>
            <a:lvl9pPr lvl="8" algn="r" rtl="0">
              <a:spcBef>
                <a:spcPts val="0"/>
              </a:spcBef>
              <a:spcAft>
                <a:spcPts val="0"/>
              </a:spcAft>
              <a:buClr>
                <a:schemeClr val="lt1"/>
              </a:buClr>
              <a:buSzPts val="3600"/>
              <a:buNone/>
              <a:defRPr sz="3600">
                <a:solidFill>
                  <a:schemeClr val="lt1"/>
                </a:solidFill>
              </a:defRPr>
            </a:lvl9pPr>
          </a:lstStyle>
          <a:p>
            <a:endParaRPr/>
          </a:p>
        </p:txBody>
      </p:sp>
      <p:sp>
        <p:nvSpPr>
          <p:cNvPr id="117" name="Google Shape;117;p20"/>
          <p:cNvSpPr txBox="1">
            <a:spLocks noGrp="1"/>
          </p:cNvSpPr>
          <p:nvPr>
            <p:ph type="subTitle" idx="3"/>
          </p:nvPr>
        </p:nvSpPr>
        <p:spPr>
          <a:xfrm>
            <a:off x="3685926" y="3752919"/>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118" name="Google Shape;118;p20"/>
          <p:cNvSpPr txBox="1">
            <a:spLocks noGrp="1"/>
          </p:cNvSpPr>
          <p:nvPr>
            <p:ph type="title" idx="4"/>
          </p:nvPr>
        </p:nvSpPr>
        <p:spPr>
          <a:xfrm>
            <a:off x="3739626" y="3257056"/>
            <a:ext cx="19116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a:solidFill>
                  <a:schemeClr val="dk2"/>
                </a:solidFill>
              </a:defRPr>
            </a:lvl1pPr>
            <a:lvl2pPr lvl="1" algn="r" rtl="0">
              <a:spcBef>
                <a:spcPts val="0"/>
              </a:spcBef>
              <a:spcAft>
                <a:spcPts val="0"/>
              </a:spcAft>
              <a:buClr>
                <a:schemeClr val="lt1"/>
              </a:buClr>
              <a:buSzPts val="3600"/>
              <a:buNone/>
              <a:defRPr sz="3600">
                <a:solidFill>
                  <a:schemeClr val="lt1"/>
                </a:solidFill>
              </a:defRPr>
            </a:lvl2pPr>
            <a:lvl3pPr lvl="2" algn="r" rtl="0">
              <a:spcBef>
                <a:spcPts val="0"/>
              </a:spcBef>
              <a:spcAft>
                <a:spcPts val="0"/>
              </a:spcAft>
              <a:buClr>
                <a:schemeClr val="lt1"/>
              </a:buClr>
              <a:buSzPts val="3600"/>
              <a:buNone/>
              <a:defRPr sz="3600">
                <a:solidFill>
                  <a:schemeClr val="lt1"/>
                </a:solidFill>
              </a:defRPr>
            </a:lvl3pPr>
            <a:lvl4pPr lvl="3" algn="r" rtl="0">
              <a:spcBef>
                <a:spcPts val="0"/>
              </a:spcBef>
              <a:spcAft>
                <a:spcPts val="0"/>
              </a:spcAft>
              <a:buClr>
                <a:schemeClr val="lt1"/>
              </a:buClr>
              <a:buSzPts val="3600"/>
              <a:buNone/>
              <a:defRPr sz="3600">
                <a:solidFill>
                  <a:schemeClr val="lt1"/>
                </a:solidFill>
              </a:defRPr>
            </a:lvl4pPr>
            <a:lvl5pPr lvl="4" algn="r" rtl="0">
              <a:spcBef>
                <a:spcPts val="0"/>
              </a:spcBef>
              <a:spcAft>
                <a:spcPts val="0"/>
              </a:spcAft>
              <a:buClr>
                <a:schemeClr val="lt1"/>
              </a:buClr>
              <a:buSzPts val="3600"/>
              <a:buNone/>
              <a:defRPr sz="3600">
                <a:solidFill>
                  <a:schemeClr val="lt1"/>
                </a:solidFill>
              </a:defRPr>
            </a:lvl5pPr>
            <a:lvl6pPr lvl="5" algn="r" rtl="0">
              <a:spcBef>
                <a:spcPts val="0"/>
              </a:spcBef>
              <a:spcAft>
                <a:spcPts val="0"/>
              </a:spcAft>
              <a:buClr>
                <a:schemeClr val="lt1"/>
              </a:buClr>
              <a:buSzPts val="3600"/>
              <a:buNone/>
              <a:defRPr sz="3600">
                <a:solidFill>
                  <a:schemeClr val="lt1"/>
                </a:solidFill>
              </a:defRPr>
            </a:lvl6pPr>
            <a:lvl7pPr lvl="6" algn="r" rtl="0">
              <a:spcBef>
                <a:spcPts val="0"/>
              </a:spcBef>
              <a:spcAft>
                <a:spcPts val="0"/>
              </a:spcAft>
              <a:buClr>
                <a:schemeClr val="lt1"/>
              </a:buClr>
              <a:buSzPts val="3600"/>
              <a:buNone/>
              <a:defRPr sz="3600">
                <a:solidFill>
                  <a:schemeClr val="lt1"/>
                </a:solidFill>
              </a:defRPr>
            </a:lvl7pPr>
            <a:lvl8pPr lvl="7" algn="r" rtl="0">
              <a:spcBef>
                <a:spcPts val="0"/>
              </a:spcBef>
              <a:spcAft>
                <a:spcPts val="0"/>
              </a:spcAft>
              <a:buClr>
                <a:schemeClr val="lt1"/>
              </a:buClr>
              <a:buSzPts val="3600"/>
              <a:buNone/>
              <a:defRPr sz="3600">
                <a:solidFill>
                  <a:schemeClr val="lt1"/>
                </a:solidFill>
              </a:defRPr>
            </a:lvl8pPr>
            <a:lvl9pPr lvl="8" algn="r" rtl="0">
              <a:spcBef>
                <a:spcPts val="0"/>
              </a:spcBef>
              <a:spcAft>
                <a:spcPts val="0"/>
              </a:spcAft>
              <a:buClr>
                <a:schemeClr val="lt1"/>
              </a:buClr>
              <a:buSzPts val="3600"/>
              <a:buNone/>
              <a:defRPr sz="3600">
                <a:solidFill>
                  <a:schemeClr val="lt1"/>
                </a:solidFill>
              </a:defRPr>
            </a:lvl9pPr>
          </a:lstStyle>
          <a:p>
            <a:endParaRPr/>
          </a:p>
        </p:txBody>
      </p:sp>
      <p:sp>
        <p:nvSpPr>
          <p:cNvPr id="119" name="Google Shape;119;p20"/>
          <p:cNvSpPr txBox="1">
            <a:spLocks noGrp="1"/>
          </p:cNvSpPr>
          <p:nvPr>
            <p:ph type="subTitle" idx="5"/>
          </p:nvPr>
        </p:nvSpPr>
        <p:spPr>
          <a:xfrm>
            <a:off x="6132949" y="2202469"/>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120" name="Google Shape;120;p20"/>
          <p:cNvSpPr txBox="1">
            <a:spLocks noGrp="1"/>
          </p:cNvSpPr>
          <p:nvPr>
            <p:ph type="title" idx="6"/>
          </p:nvPr>
        </p:nvSpPr>
        <p:spPr>
          <a:xfrm>
            <a:off x="6186649" y="1710681"/>
            <a:ext cx="19116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21" name="Google Shape;121;p20"/>
          <p:cNvSpPr txBox="1">
            <a:spLocks noGrp="1"/>
          </p:cNvSpPr>
          <p:nvPr>
            <p:ph type="subTitle" idx="7"/>
          </p:nvPr>
        </p:nvSpPr>
        <p:spPr>
          <a:xfrm>
            <a:off x="6132949" y="3752919"/>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122" name="Google Shape;122;p20"/>
          <p:cNvSpPr txBox="1">
            <a:spLocks noGrp="1"/>
          </p:cNvSpPr>
          <p:nvPr>
            <p:ph type="title" idx="8"/>
          </p:nvPr>
        </p:nvSpPr>
        <p:spPr>
          <a:xfrm>
            <a:off x="6186649" y="3257056"/>
            <a:ext cx="19116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a:solidFill>
                  <a:schemeClr val="dk2"/>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of Contents">
  <p:cSld name="SECTION_HEADER_1_3">
    <p:bg>
      <p:bgPr>
        <a:solidFill>
          <a:schemeClr val="lt2"/>
        </a:solidFill>
        <a:effectLst/>
      </p:bgPr>
    </p:bg>
    <p:spTree>
      <p:nvGrpSpPr>
        <p:cNvPr id="1" name="Shape 123"/>
        <p:cNvGrpSpPr/>
        <p:nvPr/>
      </p:nvGrpSpPr>
      <p:grpSpPr>
        <a:xfrm>
          <a:off x="0" y="0"/>
          <a:ext cx="0" cy="0"/>
          <a:chOff x="0" y="0"/>
          <a:chExt cx="0" cy="0"/>
        </a:xfrm>
      </p:grpSpPr>
      <p:pic>
        <p:nvPicPr>
          <p:cNvPr id="124" name="Google Shape;124;p21"/>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125" name="Google Shape;125;p21"/>
          <p:cNvSpPr txBox="1">
            <a:spLocks noGrp="1"/>
          </p:cNvSpPr>
          <p:nvPr>
            <p:ph type="subTitle" idx="1"/>
          </p:nvPr>
        </p:nvSpPr>
        <p:spPr>
          <a:xfrm>
            <a:off x="1660113" y="208313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26" name="Google Shape;126;p21"/>
          <p:cNvSpPr txBox="1">
            <a:spLocks noGrp="1"/>
          </p:cNvSpPr>
          <p:nvPr>
            <p:ph type="title"/>
          </p:nvPr>
        </p:nvSpPr>
        <p:spPr>
          <a:xfrm>
            <a:off x="1660127" y="1591375"/>
            <a:ext cx="2169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27" name="Google Shape;127;p21"/>
          <p:cNvSpPr txBox="1">
            <a:spLocks noGrp="1"/>
          </p:cNvSpPr>
          <p:nvPr>
            <p:ph type="title" idx="2" hasCustomPrompt="1"/>
          </p:nvPr>
        </p:nvSpPr>
        <p:spPr>
          <a:xfrm>
            <a:off x="820488" y="1525213"/>
            <a:ext cx="9126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28" name="Google Shape;128;p21"/>
          <p:cNvSpPr txBox="1">
            <a:spLocks noGrp="1"/>
          </p:cNvSpPr>
          <p:nvPr>
            <p:ph type="subTitle" idx="3"/>
          </p:nvPr>
        </p:nvSpPr>
        <p:spPr>
          <a:xfrm>
            <a:off x="1660113" y="378598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29" name="Google Shape;129;p21"/>
          <p:cNvSpPr txBox="1">
            <a:spLocks noGrp="1"/>
          </p:cNvSpPr>
          <p:nvPr>
            <p:ph type="title" idx="4"/>
          </p:nvPr>
        </p:nvSpPr>
        <p:spPr>
          <a:xfrm>
            <a:off x="1660127" y="3290150"/>
            <a:ext cx="2169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30" name="Google Shape;130;p21"/>
          <p:cNvSpPr txBox="1">
            <a:spLocks noGrp="1"/>
          </p:cNvSpPr>
          <p:nvPr>
            <p:ph type="title" idx="5" hasCustomPrompt="1"/>
          </p:nvPr>
        </p:nvSpPr>
        <p:spPr>
          <a:xfrm>
            <a:off x="818688" y="3223988"/>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31" name="Google Shape;131;p21"/>
          <p:cNvSpPr txBox="1">
            <a:spLocks noGrp="1"/>
          </p:cNvSpPr>
          <p:nvPr>
            <p:ph type="subTitle" idx="6"/>
          </p:nvPr>
        </p:nvSpPr>
        <p:spPr>
          <a:xfrm>
            <a:off x="5985313" y="208313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32" name="Google Shape;132;p21"/>
          <p:cNvSpPr txBox="1">
            <a:spLocks noGrp="1"/>
          </p:cNvSpPr>
          <p:nvPr>
            <p:ph type="title" idx="7"/>
          </p:nvPr>
        </p:nvSpPr>
        <p:spPr>
          <a:xfrm>
            <a:off x="5985327" y="1591375"/>
            <a:ext cx="2169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33" name="Google Shape;133;p21"/>
          <p:cNvSpPr txBox="1">
            <a:spLocks noGrp="1"/>
          </p:cNvSpPr>
          <p:nvPr>
            <p:ph type="title" idx="8" hasCustomPrompt="1"/>
          </p:nvPr>
        </p:nvSpPr>
        <p:spPr>
          <a:xfrm>
            <a:off x="5130913" y="1525213"/>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34" name="Google Shape;134;p21"/>
          <p:cNvSpPr txBox="1">
            <a:spLocks noGrp="1"/>
          </p:cNvSpPr>
          <p:nvPr>
            <p:ph type="subTitle" idx="9"/>
          </p:nvPr>
        </p:nvSpPr>
        <p:spPr>
          <a:xfrm>
            <a:off x="5985313" y="378598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35" name="Google Shape;135;p21"/>
          <p:cNvSpPr txBox="1">
            <a:spLocks noGrp="1"/>
          </p:cNvSpPr>
          <p:nvPr>
            <p:ph type="title" idx="13"/>
          </p:nvPr>
        </p:nvSpPr>
        <p:spPr>
          <a:xfrm>
            <a:off x="5985327" y="3290150"/>
            <a:ext cx="2169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36" name="Google Shape;136;p21"/>
          <p:cNvSpPr txBox="1">
            <a:spLocks noGrp="1"/>
          </p:cNvSpPr>
          <p:nvPr>
            <p:ph type="title" idx="14" hasCustomPrompt="1"/>
          </p:nvPr>
        </p:nvSpPr>
        <p:spPr>
          <a:xfrm>
            <a:off x="5130913" y="3223988"/>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37" name="Google Shape;137;p21"/>
          <p:cNvSpPr txBox="1">
            <a:spLocks noGrp="1"/>
          </p:cNvSpPr>
          <p:nvPr>
            <p:ph type="title" idx="15"/>
          </p:nvPr>
        </p:nvSpPr>
        <p:spPr>
          <a:xfrm>
            <a:off x="714125" y="54682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b="1">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38" name="Google Shape;138;p21"/>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1">
  <p:cSld name="SECTION_HEADER_1_3_2">
    <p:bg>
      <p:bgPr>
        <a:solidFill>
          <a:schemeClr val="lt2"/>
        </a:solidFill>
        <a:effectLst/>
      </p:bgPr>
    </p:bg>
    <p:spTree>
      <p:nvGrpSpPr>
        <p:cNvPr id="1" name="Shape 139"/>
        <p:cNvGrpSpPr/>
        <p:nvPr/>
      </p:nvGrpSpPr>
      <p:grpSpPr>
        <a:xfrm>
          <a:off x="0" y="0"/>
          <a:ext cx="0" cy="0"/>
          <a:chOff x="0" y="0"/>
          <a:chExt cx="0" cy="0"/>
        </a:xfrm>
      </p:grpSpPr>
      <p:sp>
        <p:nvSpPr>
          <p:cNvPr id="140" name="Google Shape;140;p22"/>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85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1" name="Google Shape;141;p22"/>
          <p:cNvPicPr preferRelativeResize="0"/>
          <p:nvPr/>
        </p:nvPicPr>
        <p:blipFill>
          <a:blip r:embed="rId2">
            <a:alphaModFix amt="75000"/>
          </a:blip>
          <a:stretch>
            <a:fillRect/>
          </a:stretch>
        </p:blipFill>
        <p:spPr>
          <a:xfrm>
            <a:off x="0" y="1519237"/>
            <a:ext cx="2060450" cy="1984276"/>
          </a:xfrm>
          <a:prstGeom prst="rect">
            <a:avLst/>
          </a:prstGeom>
          <a:noFill/>
          <a:ln>
            <a:noFill/>
          </a:ln>
        </p:spPr>
      </p:pic>
      <p:pic>
        <p:nvPicPr>
          <p:cNvPr id="142" name="Google Shape;142;p22"/>
          <p:cNvPicPr preferRelativeResize="0"/>
          <p:nvPr/>
        </p:nvPicPr>
        <p:blipFill>
          <a:blip r:embed="rId2">
            <a:alphaModFix amt="75000"/>
          </a:blip>
          <a:stretch>
            <a:fillRect/>
          </a:stretch>
        </p:blipFill>
        <p:spPr>
          <a:xfrm rot="10800000">
            <a:off x="7083550" y="1639987"/>
            <a:ext cx="2060450" cy="1984276"/>
          </a:xfrm>
          <a:prstGeom prst="rect">
            <a:avLst/>
          </a:prstGeom>
          <a:noFill/>
          <a:ln>
            <a:noFill/>
          </a:ln>
        </p:spPr>
      </p:pic>
      <p:sp>
        <p:nvSpPr>
          <p:cNvPr id="143" name="Google Shape;143;p22"/>
          <p:cNvSpPr txBox="1">
            <a:spLocks noGrp="1"/>
          </p:cNvSpPr>
          <p:nvPr>
            <p:ph type="subTitle" idx="1"/>
          </p:nvPr>
        </p:nvSpPr>
        <p:spPr>
          <a:xfrm>
            <a:off x="714113" y="223553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44" name="Google Shape;144;p22"/>
          <p:cNvSpPr txBox="1">
            <a:spLocks noGrp="1"/>
          </p:cNvSpPr>
          <p:nvPr>
            <p:ph type="title"/>
          </p:nvPr>
        </p:nvSpPr>
        <p:spPr>
          <a:xfrm>
            <a:off x="714125" y="1743775"/>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45" name="Google Shape;145;p22"/>
          <p:cNvSpPr txBox="1">
            <a:spLocks noGrp="1"/>
          </p:cNvSpPr>
          <p:nvPr>
            <p:ph type="title" idx="2" hasCustomPrompt="1"/>
          </p:nvPr>
        </p:nvSpPr>
        <p:spPr>
          <a:xfrm>
            <a:off x="705313" y="1245763"/>
            <a:ext cx="912600" cy="498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46" name="Google Shape;146;p22"/>
          <p:cNvSpPr txBox="1">
            <a:spLocks noGrp="1"/>
          </p:cNvSpPr>
          <p:nvPr>
            <p:ph type="subTitle" idx="3"/>
          </p:nvPr>
        </p:nvSpPr>
        <p:spPr>
          <a:xfrm>
            <a:off x="714113" y="3938388"/>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47" name="Google Shape;147;p22"/>
          <p:cNvSpPr txBox="1">
            <a:spLocks noGrp="1"/>
          </p:cNvSpPr>
          <p:nvPr>
            <p:ph type="title" idx="4"/>
          </p:nvPr>
        </p:nvSpPr>
        <p:spPr>
          <a:xfrm>
            <a:off x="714125" y="3442550"/>
            <a:ext cx="23400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48" name="Google Shape;148;p22"/>
          <p:cNvSpPr txBox="1">
            <a:spLocks noGrp="1"/>
          </p:cNvSpPr>
          <p:nvPr>
            <p:ph type="title" idx="5" hasCustomPrompt="1"/>
          </p:nvPr>
        </p:nvSpPr>
        <p:spPr>
          <a:xfrm>
            <a:off x="704413" y="2944538"/>
            <a:ext cx="914400" cy="498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49" name="Google Shape;149;p22"/>
          <p:cNvSpPr txBox="1">
            <a:spLocks noGrp="1"/>
          </p:cNvSpPr>
          <p:nvPr>
            <p:ph type="subTitle" idx="6"/>
          </p:nvPr>
        </p:nvSpPr>
        <p:spPr>
          <a:xfrm>
            <a:off x="6088213" y="2235538"/>
            <a:ext cx="23400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150" name="Google Shape;150;p22"/>
          <p:cNvSpPr txBox="1">
            <a:spLocks noGrp="1"/>
          </p:cNvSpPr>
          <p:nvPr>
            <p:ph type="title" idx="7"/>
          </p:nvPr>
        </p:nvSpPr>
        <p:spPr>
          <a:xfrm>
            <a:off x="6088225" y="1743775"/>
            <a:ext cx="23400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51" name="Google Shape;151;p22"/>
          <p:cNvSpPr txBox="1">
            <a:spLocks noGrp="1"/>
          </p:cNvSpPr>
          <p:nvPr>
            <p:ph type="title" idx="8" hasCustomPrompt="1"/>
          </p:nvPr>
        </p:nvSpPr>
        <p:spPr>
          <a:xfrm>
            <a:off x="7515413" y="1245763"/>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52" name="Google Shape;152;p22"/>
          <p:cNvSpPr txBox="1">
            <a:spLocks noGrp="1"/>
          </p:cNvSpPr>
          <p:nvPr>
            <p:ph type="subTitle" idx="9"/>
          </p:nvPr>
        </p:nvSpPr>
        <p:spPr>
          <a:xfrm>
            <a:off x="6088213" y="3938388"/>
            <a:ext cx="2340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endParaRPr/>
          </a:p>
        </p:txBody>
      </p:sp>
      <p:sp>
        <p:nvSpPr>
          <p:cNvPr id="153" name="Google Shape;153;p22"/>
          <p:cNvSpPr txBox="1">
            <a:spLocks noGrp="1"/>
          </p:cNvSpPr>
          <p:nvPr>
            <p:ph type="title" idx="13"/>
          </p:nvPr>
        </p:nvSpPr>
        <p:spPr>
          <a:xfrm>
            <a:off x="6088225" y="3442550"/>
            <a:ext cx="23400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54" name="Google Shape;154;p22">
            <a:hlinkClick r:id="" action="ppaction://noaction"/>
          </p:cNvPr>
          <p:cNvSpPr txBox="1">
            <a:spLocks noGrp="1"/>
          </p:cNvSpPr>
          <p:nvPr>
            <p:ph type="title" idx="14" hasCustomPrompt="1"/>
          </p:nvPr>
        </p:nvSpPr>
        <p:spPr>
          <a:xfrm>
            <a:off x="7515413" y="2944538"/>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155" name="Google Shape;155;p22"/>
          <p:cNvSpPr txBox="1">
            <a:spLocks noGrp="1"/>
          </p:cNvSpPr>
          <p:nvPr>
            <p:ph type="title" idx="15"/>
          </p:nvPr>
        </p:nvSpPr>
        <p:spPr>
          <a:xfrm>
            <a:off x="714125" y="54682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b="1">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56" name="Google Shape;156;p22"/>
          <p:cNvSpPr txBox="1">
            <a:spLocks noGrp="1"/>
          </p:cNvSpPr>
          <p:nvPr>
            <p:ph type="subTitle" idx="16"/>
          </p:nvPr>
        </p:nvSpPr>
        <p:spPr>
          <a:xfrm>
            <a:off x="3401175" y="3938388"/>
            <a:ext cx="234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400"/>
            </a:lvl1pPr>
            <a:lvl2pPr lvl="1" algn="ctr" rtl="0">
              <a:lnSpc>
                <a:spcPct val="100000"/>
              </a:lnSpc>
              <a:spcBef>
                <a:spcPts val="0"/>
              </a:spcBef>
              <a:spcAft>
                <a:spcPts val="0"/>
              </a:spcAft>
              <a:buNone/>
              <a:defRPr sz="1400"/>
            </a:lvl2pPr>
            <a:lvl3pPr lvl="2" algn="ctr" rtl="0">
              <a:lnSpc>
                <a:spcPct val="100000"/>
              </a:lnSpc>
              <a:spcBef>
                <a:spcPts val="0"/>
              </a:spcBef>
              <a:spcAft>
                <a:spcPts val="0"/>
              </a:spcAft>
              <a:buNone/>
              <a:defRPr sz="1400"/>
            </a:lvl3pPr>
            <a:lvl4pPr lvl="3" algn="ctr" rtl="0">
              <a:lnSpc>
                <a:spcPct val="100000"/>
              </a:lnSpc>
              <a:spcBef>
                <a:spcPts val="0"/>
              </a:spcBef>
              <a:spcAft>
                <a:spcPts val="0"/>
              </a:spcAft>
              <a:buNone/>
              <a:defRPr sz="1400"/>
            </a:lvl4pPr>
            <a:lvl5pPr lvl="4" algn="ctr" rtl="0">
              <a:lnSpc>
                <a:spcPct val="100000"/>
              </a:lnSpc>
              <a:spcBef>
                <a:spcPts val="0"/>
              </a:spcBef>
              <a:spcAft>
                <a:spcPts val="0"/>
              </a:spcAft>
              <a:buNone/>
              <a:defRPr sz="1400"/>
            </a:lvl5pPr>
            <a:lvl6pPr lvl="5" algn="ctr" rtl="0">
              <a:lnSpc>
                <a:spcPct val="100000"/>
              </a:lnSpc>
              <a:spcBef>
                <a:spcPts val="0"/>
              </a:spcBef>
              <a:spcAft>
                <a:spcPts val="0"/>
              </a:spcAft>
              <a:buNone/>
              <a:defRPr sz="1400"/>
            </a:lvl6pPr>
            <a:lvl7pPr lvl="6" algn="ctr" rtl="0">
              <a:lnSpc>
                <a:spcPct val="100000"/>
              </a:lnSpc>
              <a:spcBef>
                <a:spcPts val="0"/>
              </a:spcBef>
              <a:spcAft>
                <a:spcPts val="0"/>
              </a:spcAft>
              <a:buNone/>
              <a:defRPr sz="1400"/>
            </a:lvl7pPr>
            <a:lvl8pPr lvl="7" algn="ctr" rtl="0">
              <a:lnSpc>
                <a:spcPct val="100000"/>
              </a:lnSpc>
              <a:spcBef>
                <a:spcPts val="0"/>
              </a:spcBef>
              <a:spcAft>
                <a:spcPts val="0"/>
              </a:spcAft>
              <a:buNone/>
              <a:defRPr sz="1400"/>
            </a:lvl8pPr>
            <a:lvl9pPr lvl="8" algn="ctr" rtl="0">
              <a:lnSpc>
                <a:spcPct val="100000"/>
              </a:lnSpc>
              <a:spcBef>
                <a:spcPts val="0"/>
              </a:spcBef>
              <a:spcAft>
                <a:spcPts val="0"/>
              </a:spcAft>
              <a:buNone/>
              <a:defRPr sz="1400"/>
            </a:lvl9pPr>
          </a:lstStyle>
          <a:p>
            <a:endParaRPr/>
          </a:p>
        </p:txBody>
      </p:sp>
      <p:sp>
        <p:nvSpPr>
          <p:cNvPr id="157" name="Google Shape;157;p22"/>
          <p:cNvSpPr txBox="1">
            <a:spLocks noGrp="1"/>
          </p:cNvSpPr>
          <p:nvPr>
            <p:ph type="title" idx="17"/>
          </p:nvPr>
        </p:nvSpPr>
        <p:spPr>
          <a:xfrm>
            <a:off x="3401187" y="3442550"/>
            <a:ext cx="234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0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158" name="Google Shape;158;p22">
            <a:hlinkClick r:id="" action="ppaction://noaction"/>
          </p:cNvPr>
          <p:cNvSpPr txBox="1">
            <a:spLocks noGrp="1"/>
          </p:cNvSpPr>
          <p:nvPr>
            <p:ph type="title" idx="18" hasCustomPrompt="1"/>
          </p:nvPr>
        </p:nvSpPr>
        <p:spPr>
          <a:xfrm>
            <a:off x="4113975" y="2944538"/>
            <a:ext cx="914400" cy="498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5"/>
              </a:buClr>
              <a:buSzPts val="3600"/>
              <a:buNone/>
              <a:defRPr sz="3400" b="1">
                <a:solidFill>
                  <a:schemeClr val="dk2"/>
                </a:solidFill>
                <a:latin typeface="Libre Baskerville"/>
                <a:ea typeface="Libre Baskerville"/>
                <a:cs typeface="Libre Baskerville"/>
                <a:sym typeface="Libre Baskerville"/>
              </a:defRPr>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SECTION_HEADER_1_1_1_1_2">
    <p:bg>
      <p:bgPr>
        <a:solidFill>
          <a:schemeClr val="lt2"/>
        </a:solidFill>
        <a:effectLst/>
      </p:bgPr>
    </p:bg>
    <p:spTree>
      <p:nvGrpSpPr>
        <p:cNvPr id="1" name="Shape 159"/>
        <p:cNvGrpSpPr/>
        <p:nvPr/>
      </p:nvGrpSpPr>
      <p:grpSpPr>
        <a:xfrm>
          <a:off x="0" y="0"/>
          <a:ext cx="0" cy="0"/>
          <a:chOff x="0" y="0"/>
          <a:chExt cx="0" cy="0"/>
        </a:xfrm>
      </p:grpSpPr>
      <p:pic>
        <p:nvPicPr>
          <p:cNvPr id="160" name="Google Shape;160;p23"/>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161" name="Google Shape;161;p23"/>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162" name="Google Shape;162;p23"/>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163" name="Google Shape;163;p23"/>
          <p:cNvSpPr txBox="1">
            <a:spLocks noGrp="1"/>
          </p:cNvSpPr>
          <p:nvPr>
            <p:ph type="subTitle" idx="1"/>
          </p:nvPr>
        </p:nvSpPr>
        <p:spPr>
          <a:xfrm>
            <a:off x="714050" y="2508238"/>
            <a:ext cx="2288100" cy="11769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164" name="Google Shape;164;p23"/>
          <p:cNvSpPr txBox="1">
            <a:spLocks noGrp="1"/>
          </p:cNvSpPr>
          <p:nvPr>
            <p:ph type="subTitle" idx="2"/>
          </p:nvPr>
        </p:nvSpPr>
        <p:spPr>
          <a:xfrm>
            <a:off x="6141875" y="2508238"/>
            <a:ext cx="2288100" cy="11769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165" name="Google Shape;165;p23"/>
          <p:cNvSpPr txBox="1">
            <a:spLocks noGrp="1"/>
          </p:cNvSpPr>
          <p:nvPr>
            <p:ph type="title"/>
          </p:nvPr>
        </p:nvSpPr>
        <p:spPr>
          <a:xfrm>
            <a:off x="715625" y="2103175"/>
            <a:ext cx="22881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66" name="Google Shape;166;p23"/>
          <p:cNvSpPr txBox="1">
            <a:spLocks noGrp="1"/>
          </p:cNvSpPr>
          <p:nvPr>
            <p:ph type="title" idx="3"/>
          </p:nvPr>
        </p:nvSpPr>
        <p:spPr>
          <a:xfrm>
            <a:off x="6140150" y="2103175"/>
            <a:ext cx="22881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67" name="Google Shape;167;p23"/>
          <p:cNvSpPr txBox="1">
            <a:spLocks noGrp="1"/>
          </p:cNvSpPr>
          <p:nvPr>
            <p:ph type="title" idx="4"/>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68" name="Google Shape;168;p23"/>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SECTION_HEADER_1_1_1_1_2_1">
    <p:bg>
      <p:bgPr>
        <a:solidFill>
          <a:schemeClr val="lt2"/>
        </a:solidFill>
        <a:effectLst/>
      </p:bgPr>
    </p:bg>
    <p:spTree>
      <p:nvGrpSpPr>
        <p:cNvPr id="1" name="Shape 169"/>
        <p:cNvGrpSpPr/>
        <p:nvPr/>
      </p:nvGrpSpPr>
      <p:grpSpPr>
        <a:xfrm>
          <a:off x="0" y="0"/>
          <a:ext cx="0" cy="0"/>
          <a:chOff x="0" y="0"/>
          <a:chExt cx="0" cy="0"/>
        </a:xfrm>
      </p:grpSpPr>
      <p:pic>
        <p:nvPicPr>
          <p:cNvPr id="170" name="Google Shape;170;p24"/>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171" name="Google Shape;171;p24"/>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172" name="Google Shape;172;p24"/>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173" name="Google Shape;173;p24"/>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74" name="Google Shape;174;p24"/>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4"/>
          <p:cNvSpPr txBox="1">
            <a:spLocks noGrp="1"/>
          </p:cNvSpPr>
          <p:nvPr>
            <p:ph type="subTitle" idx="1"/>
          </p:nvPr>
        </p:nvSpPr>
        <p:spPr>
          <a:xfrm flipH="1">
            <a:off x="6125100" y="1374075"/>
            <a:ext cx="2298900" cy="43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Bebas Neue"/>
              <a:buNone/>
              <a:defRPr sz="2000" b="1">
                <a:latin typeface="Libre Baskerville"/>
                <a:ea typeface="Libre Baskerville"/>
                <a:cs typeface="Libre Baskerville"/>
                <a:sym typeface="Libre Baskerville"/>
              </a:defRPr>
            </a:lvl1pPr>
            <a:lvl2pPr lvl="1" algn="ctr" rtl="0">
              <a:lnSpc>
                <a:spcPct val="100000"/>
              </a:lnSpc>
              <a:spcBef>
                <a:spcPts val="1600"/>
              </a:spcBef>
              <a:spcAft>
                <a:spcPts val="0"/>
              </a:spcAft>
              <a:buSzPts val="18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8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8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8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8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8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8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800"/>
              <a:buFont typeface="Bebas Neue"/>
              <a:buNone/>
              <a:defRPr>
                <a:latin typeface="Bebas Neue"/>
                <a:ea typeface="Bebas Neue"/>
                <a:cs typeface="Bebas Neue"/>
                <a:sym typeface="Bebas Neue"/>
              </a:defRPr>
            </a:lvl9pPr>
          </a:lstStyle>
          <a:p>
            <a:endParaRPr/>
          </a:p>
        </p:txBody>
      </p:sp>
      <p:sp>
        <p:nvSpPr>
          <p:cNvPr id="176" name="Google Shape;176;p24"/>
          <p:cNvSpPr txBox="1">
            <a:spLocks noGrp="1"/>
          </p:cNvSpPr>
          <p:nvPr>
            <p:ph type="subTitle" idx="2"/>
          </p:nvPr>
        </p:nvSpPr>
        <p:spPr>
          <a:xfrm flipH="1">
            <a:off x="720025" y="2847050"/>
            <a:ext cx="2298900" cy="4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ebas Neue"/>
              <a:buNone/>
              <a:defRPr sz="2000" b="1">
                <a:latin typeface="Libre Baskerville"/>
                <a:ea typeface="Libre Baskerville"/>
                <a:cs typeface="Libre Baskerville"/>
                <a:sym typeface="Libre Baskerville"/>
              </a:defRPr>
            </a:lvl1pPr>
            <a:lvl2pPr lvl="1" algn="ctr" rtl="0">
              <a:lnSpc>
                <a:spcPct val="100000"/>
              </a:lnSpc>
              <a:spcBef>
                <a:spcPts val="1600"/>
              </a:spcBef>
              <a:spcAft>
                <a:spcPts val="0"/>
              </a:spcAft>
              <a:buSzPts val="18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8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8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8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8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8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8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800"/>
              <a:buFont typeface="Bebas Neue"/>
              <a:buNone/>
              <a:defRPr>
                <a:latin typeface="Bebas Neue"/>
                <a:ea typeface="Bebas Neue"/>
                <a:cs typeface="Bebas Neue"/>
                <a:sym typeface="Bebas Neue"/>
              </a:defRPr>
            </a:lvl9pPr>
          </a:lstStyle>
          <a:p>
            <a:endParaRPr/>
          </a:p>
        </p:txBody>
      </p:sp>
      <p:sp>
        <p:nvSpPr>
          <p:cNvPr id="177" name="Google Shape;177;p24"/>
          <p:cNvSpPr txBox="1">
            <a:spLocks noGrp="1"/>
          </p:cNvSpPr>
          <p:nvPr>
            <p:ph type="subTitle" idx="3"/>
          </p:nvPr>
        </p:nvSpPr>
        <p:spPr>
          <a:xfrm flipH="1">
            <a:off x="4572000" y="1876339"/>
            <a:ext cx="3852000" cy="862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178" name="Google Shape;178;p24"/>
          <p:cNvSpPr txBox="1">
            <a:spLocks noGrp="1"/>
          </p:cNvSpPr>
          <p:nvPr>
            <p:ph type="subTitle" idx="4"/>
          </p:nvPr>
        </p:nvSpPr>
        <p:spPr>
          <a:xfrm flipH="1">
            <a:off x="720025" y="3349800"/>
            <a:ext cx="3852000" cy="86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3">
  <p:cSld name="SECTION_HEADER_1_1_1_1_2_1_1">
    <p:bg>
      <p:bgPr>
        <a:solidFill>
          <a:schemeClr val="lt2"/>
        </a:solidFill>
        <a:effectLst/>
      </p:bgPr>
    </p:bg>
    <p:spTree>
      <p:nvGrpSpPr>
        <p:cNvPr id="1" name="Shape 179"/>
        <p:cNvGrpSpPr/>
        <p:nvPr/>
      </p:nvGrpSpPr>
      <p:grpSpPr>
        <a:xfrm>
          <a:off x="0" y="0"/>
          <a:ext cx="0" cy="0"/>
          <a:chOff x="0" y="0"/>
          <a:chExt cx="0" cy="0"/>
        </a:xfrm>
      </p:grpSpPr>
      <p:pic>
        <p:nvPicPr>
          <p:cNvPr id="180" name="Google Shape;180;p25"/>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181" name="Google Shape;181;p25"/>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182" name="Google Shape;182;p25"/>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183" name="Google Shape;183;p25"/>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84" name="Google Shape;184;p25"/>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5"/>
          <p:cNvSpPr txBox="1">
            <a:spLocks noGrp="1"/>
          </p:cNvSpPr>
          <p:nvPr>
            <p:ph type="subTitle" idx="1"/>
          </p:nvPr>
        </p:nvSpPr>
        <p:spPr>
          <a:xfrm>
            <a:off x="2273100" y="1297875"/>
            <a:ext cx="2298900" cy="4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ebas Neue"/>
              <a:buNone/>
              <a:defRPr sz="2000" b="1">
                <a:latin typeface="Libre Baskerville"/>
                <a:ea typeface="Libre Baskerville"/>
                <a:cs typeface="Libre Baskerville"/>
                <a:sym typeface="Libre Baskerville"/>
              </a:defRPr>
            </a:lvl1pPr>
            <a:lvl2pPr lvl="1" algn="ctr" rtl="0">
              <a:lnSpc>
                <a:spcPct val="100000"/>
              </a:lnSpc>
              <a:spcBef>
                <a:spcPts val="1600"/>
              </a:spcBef>
              <a:spcAft>
                <a:spcPts val="0"/>
              </a:spcAft>
              <a:buSzPts val="18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8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8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8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8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8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8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800"/>
              <a:buFont typeface="Bebas Neue"/>
              <a:buNone/>
              <a:defRPr>
                <a:latin typeface="Bebas Neue"/>
                <a:ea typeface="Bebas Neue"/>
                <a:cs typeface="Bebas Neue"/>
                <a:sym typeface="Bebas Neue"/>
              </a:defRPr>
            </a:lvl9pPr>
          </a:lstStyle>
          <a:p>
            <a:endParaRPr/>
          </a:p>
        </p:txBody>
      </p:sp>
      <p:sp>
        <p:nvSpPr>
          <p:cNvPr id="186" name="Google Shape;186;p25"/>
          <p:cNvSpPr txBox="1">
            <a:spLocks noGrp="1"/>
          </p:cNvSpPr>
          <p:nvPr>
            <p:ph type="subTitle" idx="2"/>
          </p:nvPr>
        </p:nvSpPr>
        <p:spPr>
          <a:xfrm>
            <a:off x="4572025" y="2542250"/>
            <a:ext cx="2298900" cy="43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Bebas Neue"/>
              <a:buNone/>
              <a:defRPr sz="2000" b="1">
                <a:latin typeface="Libre Baskerville"/>
                <a:ea typeface="Libre Baskerville"/>
                <a:cs typeface="Libre Baskerville"/>
                <a:sym typeface="Libre Baskerville"/>
              </a:defRPr>
            </a:lvl1pPr>
            <a:lvl2pPr lvl="1" algn="ctr" rtl="0">
              <a:lnSpc>
                <a:spcPct val="100000"/>
              </a:lnSpc>
              <a:spcBef>
                <a:spcPts val="1600"/>
              </a:spcBef>
              <a:spcAft>
                <a:spcPts val="0"/>
              </a:spcAft>
              <a:buSzPts val="18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8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8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8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8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8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8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800"/>
              <a:buFont typeface="Bebas Neue"/>
              <a:buNone/>
              <a:defRPr>
                <a:latin typeface="Bebas Neue"/>
                <a:ea typeface="Bebas Neue"/>
                <a:cs typeface="Bebas Neue"/>
                <a:sym typeface="Bebas Neue"/>
              </a:defRPr>
            </a:lvl9pPr>
          </a:lstStyle>
          <a:p>
            <a:endParaRPr/>
          </a:p>
        </p:txBody>
      </p:sp>
      <p:sp>
        <p:nvSpPr>
          <p:cNvPr id="187" name="Google Shape;187;p25"/>
          <p:cNvSpPr txBox="1">
            <a:spLocks noGrp="1"/>
          </p:cNvSpPr>
          <p:nvPr>
            <p:ph type="subTitle" idx="3"/>
          </p:nvPr>
        </p:nvSpPr>
        <p:spPr>
          <a:xfrm>
            <a:off x="720025" y="2016625"/>
            <a:ext cx="3852000" cy="94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160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188" name="Google Shape;188;p25"/>
          <p:cNvSpPr txBox="1">
            <a:spLocks noGrp="1"/>
          </p:cNvSpPr>
          <p:nvPr>
            <p:ph type="subTitle" idx="4"/>
          </p:nvPr>
        </p:nvSpPr>
        <p:spPr>
          <a:xfrm>
            <a:off x="4572000" y="3273600"/>
            <a:ext cx="3852000" cy="94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160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SECTION_HEADER_1_1_1_1">
    <p:bg>
      <p:bgPr>
        <a:solidFill>
          <a:schemeClr val="lt2"/>
        </a:solidFill>
        <a:effectLst/>
      </p:bgPr>
    </p:bg>
    <p:spTree>
      <p:nvGrpSpPr>
        <p:cNvPr id="1" name="Shape 189"/>
        <p:cNvGrpSpPr/>
        <p:nvPr/>
      </p:nvGrpSpPr>
      <p:grpSpPr>
        <a:xfrm>
          <a:off x="0" y="0"/>
          <a:ext cx="0" cy="0"/>
          <a:chOff x="0" y="0"/>
          <a:chExt cx="0" cy="0"/>
        </a:xfrm>
      </p:grpSpPr>
      <p:pic>
        <p:nvPicPr>
          <p:cNvPr id="190" name="Google Shape;190;p26"/>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191" name="Google Shape;191;p26"/>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192" name="Google Shape;192;p26"/>
          <p:cNvSpPr txBox="1">
            <a:spLocks noGrp="1"/>
          </p:cNvSpPr>
          <p:nvPr>
            <p:ph type="subTitle" idx="1"/>
          </p:nvPr>
        </p:nvSpPr>
        <p:spPr>
          <a:xfrm>
            <a:off x="624575" y="2908099"/>
            <a:ext cx="2377500" cy="714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193" name="Google Shape;193;p26"/>
          <p:cNvSpPr txBox="1">
            <a:spLocks noGrp="1"/>
          </p:cNvSpPr>
          <p:nvPr>
            <p:ph type="subTitle" idx="2"/>
          </p:nvPr>
        </p:nvSpPr>
        <p:spPr>
          <a:xfrm>
            <a:off x="6141950" y="2908099"/>
            <a:ext cx="2377500" cy="714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194" name="Google Shape;194;p26"/>
          <p:cNvSpPr txBox="1">
            <a:spLocks noGrp="1"/>
          </p:cNvSpPr>
          <p:nvPr>
            <p:ph type="subTitle" idx="3"/>
          </p:nvPr>
        </p:nvSpPr>
        <p:spPr>
          <a:xfrm>
            <a:off x="3383250" y="2908099"/>
            <a:ext cx="2377500" cy="714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195" name="Google Shape;195;p26"/>
          <p:cNvSpPr txBox="1">
            <a:spLocks noGrp="1"/>
          </p:cNvSpPr>
          <p:nvPr>
            <p:ph type="title"/>
          </p:nvPr>
        </p:nvSpPr>
        <p:spPr>
          <a:xfrm>
            <a:off x="913325" y="247242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96" name="Google Shape;196;p26"/>
          <p:cNvSpPr txBox="1">
            <a:spLocks noGrp="1"/>
          </p:cNvSpPr>
          <p:nvPr>
            <p:ph type="title" idx="4"/>
          </p:nvPr>
        </p:nvSpPr>
        <p:spPr>
          <a:xfrm>
            <a:off x="6430700" y="247242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97" name="Google Shape;197;p26"/>
          <p:cNvSpPr txBox="1">
            <a:spLocks noGrp="1"/>
          </p:cNvSpPr>
          <p:nvPr>
            <p:ph type="title" idx="5"/>
          </p:nvPr>
        </p:nvSpPr>
        <p:spPr>
          <a:xfrm>
            <a:off x="3672000" y="247242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98" name="Google Shape;198;p26"/>
          <p:cNvSpPr txBox="1">
            <a:spLocks noGrp="1"/>
          </p:cNvSpPr>
          <p:nvPr>
            <p:ph type="title" idx="6"/>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199" name="Google Shape;199;p26"/>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1">
  <p:cSld name="SECTION_HEADER_1_1_1_1_3">
    <p:bg>
      <p:bgPr>
        <a:solidFill>
          <a:schemeClr val="lt2"/>
        </a:solidFill>
        <a:effectLst/>
      </p:bgPr>
    </p:bg>
    <p:spTree>
      <p:nvGrpSpPr>
        <p:cNvPr id="1" name="Shape 200"/>
        <p:cNvGrpSpPr/>
        <p:nvPr/>
      </p:nvGrpSpPr>
      <p:grpSpPr>
        <a:xfrm>
          <a:off x="0" y="0"/>
          <a:ext cx="0" cy="0"/>
          <a:chOff x="0" y="0"/>
          <a:chExt cx="0" cy="0"/>
        </a:xfrm>
      </p:grpSpPr>
      <p:pic>
        <p:nvPicPr>
          <p:cNvPr id="201" name="Google Shape;201;p27"/>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202" name="Google Shape;202;p27"/>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203" name="Google Shape;203;p27"/>
          <p:cNvSpPr txBox="1">
            <a:spLocks noGrp="1"/>
          </p:cNvSpPr>
          <p:nvPr>
            <p:ph type="subTitle" idx="1"/>
          </p:nvPr>
        </p:nvSpPr>
        <p:spPr>
          <a:xfrm>
            <a:off x="3778350" y="1424950"/>
            <a:ext cx="4006800" cy="714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04" name="Google Shape;204;p27"/>
          <p:cNvSpPr txBox="1">
            <a:spLocks noGrp="1"/>
          </p:cNvSpPr>
          <p:nvPr>
            <p:ph type="subTitle" idx="2"/>
          </p:nvPr>
        </p:nvSpPr>
        <p:spPr>
          <a:xfrm>
            <a:off x="3778350" y="3535450"/>
            <a:ext cx="4006800" cy="714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05" name="Google Shape;205;p27"/>
          <p:cNvSpPr txBox="1">
            <a:spLocks noGrp="1"/>
          </p:cNvSpPr>
          <p:nvPr>
            <p:ph type="subTitle" idx="3"/>
          </p:nvPr>
        </p:nvSpPr>
        <p:spPr>
          <a:xfrm>
            <a:off x="3778350" y="2491300"/>
            <a:ext cx="4006800" cy="714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06" name="Google Shape;206;p27"/>
          <p:cNvSpPr txBox="1">
            <a:spLocks noGrp="1"/>
          </p:cNvSpPr>
          <p:nvPr>
            <p:ph type="title"/>
          </p:nvPr>
        </p:nvSpPr>
        <p:spPr>
          <a:xfrm>
            <a:off x="1978350" y="1599552"/>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07" name="Google Shape;207;p27"/>
          <p:cNvSpPr txBox="1">
            <a:spLocks noGrp="1"/>
          </p:cNvSpPr>
          <p:nvPr>
            <p:ph type="title" idx="4"/>
          </p:nvPr>
        </p:nvSpPr>
        <p:spPr>
          <a:xfrm>
            <a:off x="1978350" y="3709902"/>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08" name="Google Shape;208;p27"/>
          <p:cNvSpPr txBox="1">
            <a:spLocks noGrp="1"/>
          </p:cNvSpPr>
          <p:nvPr>
            <p:ph type="title" idx="5"/>
          </p:nvPr>
        </p:nvSpPr>
        <p:spPr>
          <a:xfrm>
            <a:off x="1978350" y="2654727"/>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09" name="Google Shape;209;p27"/>
          <p:cNvSpPr txBox="1">
            <a:spLocks noGrp="1"/>
          </p:cNvSpPr>
          <p:nvPr>
            <p:ph type="title" idx="6"/>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10" name="Google Shape;210;p27"/>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1">
  <p:cSld name="SECTION_HEADER_1_2_1">
    <p:bg>
      <p:bgPr>
        <a:solidFill>
          <a:schemeClr val="lt2"/>
        </a:solidFill>
        <a:effectLst/>
      </p:bgPr>
    </p:bg>
    <p:spTree>
      <p:nvGrpSpPr>
        <p:cNvPr id="1" name="Shape 211"/>
        <p:cNvGrpSpPr/>
        <p:nvPr/>
      </p:nvGrpSpPr>
      <p:grpSpPr>
        <a:xfrm>
          <a:off x="0" y="0"/>
          <a:ext cx="0" cy="0"/>
          <a:chOff x="0" y="0"/>
          <a:chExt cx="0" cy="0"/>
        </a:xfrm>
      </p:grpSpPr>
      <p:pic>
        <p:nvPicPr>
          <p:cNvPr id="212" name="Google Shape;212;p28"/>
          <p:cNvPicPr preferRelativeResize="0"/>
          <p:nvPr/>
        </p:nvPicPr>
        <p:blipFill>
          <a:blip r:embed="rId2">
            <a:alphaModFix amt="75000"/>
          </a:blip>
          <a:stretch>
            <a:fillRect/>
          </a:stretch>
        </p:blipFill>
        <p:spPr>
          <a:xfrm flipH="1">
            <a:off x="7083550" y="0"/>
            <a:ext cx="2060450" cy="1984276"/>
          </a:xfrm>
          <a:prstGeom prst="rect">
            <a:avLst/>
          </a:prstGeom>
          <a:noFill/>
          <a:ln>
            <a:noFill/>
          </a:ln>
        </p:spPr>
      </p:pic>
      <p:pic>
        <p:nvPicPr>
          <p:cNvPr id="213" name="Google Shape;213;p28"/>
          <p:cNvPicPr preferRelativeResize="0"/>
          <p:nvPr/>
        </p:nvPicPr>
        <p:blipFill>
          <a:blip r:embed="rId2">
            <a:alphaModFix amt="75000"/>
          </a:blip>
          <a:stretch>
            <a:fillRect/>
          </a:stretch>
        </p:blipFill>
        <p:spPr>
          <a:xfrm rot="10800000" flipH="1">
            <a:off x="0" y="3159225"/>
            <a:ext cx="2060450" cy="1984276"/>
          </a:xfrm>
          <a:prstGeom prst="rect">
            <a:avLst/>
          </a:prstGeom>
          <a:noFill/>
          <a:ln>
            <a:noFill/>
          </a:ln>
        </p:spPr>
      </p:pic>
      <p:sp>
        <p:nvSpPr>
          <p:cNvPr id="214" name="Google Shape;214;p28"/>
          <p:cNvSpPr txBox="1">
            <a:spLocks noGrp="1"/>
          </p:cNvSpPr>
          <p:nvPr>
            <p:ph type="title"/>
          </p:nvPr>
        </p:nvSpPr>
        <p:spPr>
          <a:xfrm>
            <a:off x="714125" y="54682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15" name="Google Shape;215;p28"/>
          <p:cNvSpPr txBox="1">
            <a:spLocks noGrp="1"/>
          </p:cNvSpPr>
          <p:nvPr>
            <p:ph type="subTitle" idx="1"/>
          </p:nvPr>
        </p:nvSpPr>
        <p:spPr>
          <a:xfrm>
            <a:off x="1426756" y="2043225"/>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216" name="Google Shape;216;p28"/>
          <p:cNvSpPr txBox="1">
            <a:spLocks noGrp="1"/>
          </p:cNvSpPr>
          <p:nvPr>
            <p:ph type="title" idx="2"/>
          </p:nvPr>
        </p:nvSpPr>
        <p:spPr>
          <a:xfrm>
            <a:off x="714125" y="1551450"/>
            <a:ext cx="26778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17" name="Google Shape;217;p28"/>
          <p:cNvSpPr txBox="1">
            <a:spLocks noGrp="1"/>
          </p:cNvSpPr>
          <p:nvPr>
            <p:ph type="subTitle" idx="3"/>
          </p:nvPr>
        </p:nvSpPr>
        <p:spPr>
          <a:xfrm>
            <a:off x="1426756" y="3683563"/>
            <a:ext cx="19653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1400"/>
            </a:lvl1pPr>
            <a:lvl2pPr lvl="1" algn="r" rtl="0">
              <a:spcBef>
                <a:spcPts val="0"/>
              </a:spcBef>
              <a:spcAft>
                <a:spcPts val="0"/>
              </a:spcAft>
              <a:buNone/>
              <a:defRPr sz="1400"/>
            </a:lvl2pPr>
            <a:lvl3pPr lvl="2" algn="r" rtl="0">
              <a:spcBef>
                <a:spcPts val="0"/>
              </a:spcBef>
              <a:spcAft>
                <a:spcPts val="0"/>
              </a:spcAft>
              <a:buNone/>
              <a:defRPr sz="1400"/>
            </a:lvl3pPr>
            <a:lvl4pPr lvl="3" algn="r" rtl="0">
              <a:spcBef>
                <a:spcPts val="0"/>
              </a:spcBef>
              <a:spcAft>
                <a:spcPts val="0"/>
              </a:spcAft>
              <a:buNone/>
              <a:defRPr sz="1400"/>
            </a:lvl4pPr>
            <a:lvl5pPr lvl="4" algn="r" rtl="0">
              <a:spcBef>
                <a:spcPts val="0"/>
              </a:spcBef>
              <a:spcAft>
                <a:spcPts val="0"/>
              </a:spcAft>
              <a:buNone/>
              <a:defRPr sz="1400"/>
            </a:lvl5pPr>
            <a:lvl6pPr lvl="5" algn="r" rtl="0">
              <a:spcBef>
                <a:spcPts val="0"/>
              </a:spcBef>
              <a:spcAft>
                <a:spcPts val="0"/>
              </a:spcAft>
              <a:buNone/>
              <a:defRPr sz="1400"/>
            </a:lvl6pPr>
            <a:lvl7pPr lvl="6" algn="r" rtl="0">
              <a:spcBef>
                <a:spcPts val="0"/>
              </a:spcBef>
              <a:spcAft>
                <a:spcPts val="0"/>
              </a:spcAft>
              <a:buNone/>
              <a:defRPr sz="1400"/>
            </a:lvl7pPr>
            <a:lvl8pPr lvl="7" algn="r" rtl="0">
              <a:spcBef>
                <a:spcPts val="0"/>
              </a:spcBef>
              <a:spcAft>
                <a:spcPts val="0"/>
              </a:spcAft>
              <a:buNone/>
              <a:defRPr sz="1400"/>
            </a:lvl8pPr>
            <a:lvl9pPr lvl="8" algn="r" rtl="0">
              <a:spcBef>
                <a:spcPts val="0"/>
              </a:spcBef>
              <a:spcAft>
                <a:spcPts val="0"/>
              </a:spcAft>
              <a:buNone/>
              <a:defRPr sz="1400"/>
            </a:lvl9pPr>
          </a:lstStyle>
          <a:p>
            <a:endParaRPr/>
          </a:p>
        </p:txBody>
      </p:sp>
      <p:sp>
        <p:nvSpPr>
          <p:cNvPr id="218" name="Google Shape;218;p28"/>
          <p:cNvSpPr txBox="1">
            <a:spLocks noGrp="1"/>
          </p:cNvSpPr>
          <p:nvPr>
            <p:ph type="title" idx="4"/>
          </p:nvPr>
        </p:nvSpPr>
        <p:spPr>
          <a:xfrm>
            <a:off x="714125" y="3187700"/>
            <a:ext cx="2677800" cy="365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19" name="Google Shape;219;p28"/>
          <p:cNvSpPr txBox="1">
            <a:spLocks noGrp="1"/>
          </p:cNvSpPr>
          <p:nvPr>
            <p:ph type="subTitle" idx="5"/>
          </p:nvPr>
        </p:nvSpPr>
        <p:spPr>
          <a:xfrm>
            <a:off x="5751944" y="2043225"/>
            <a:ext cx="19653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20" name="Google Shape;220;p28"/>
          <p:cNvSpPr txBox="1">
            <a:spLocks noGrp="1"/>
          </p:cNvSpPr>
          <p:nvPr>
            <p:ph type="title" idx="6"/>
          </p:nvPr>
        </p:nvSpPr>
        <p:spPr>
          <a:xfrm>
            <a:off x="5751952" y="1551450"/>
            <a:ext cx="26778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21" name="Google Shape;221;p28"/>
          <p:cNvSpPr txBox="1">
            <a:spLocks noGrp="1"/>
          </p:cNvSpPr>
          <p:nvPr>
            <p:ph type="subTitle" idx="7"/>
          </p:nvPr>
        </p:nvSpPr>
        <p:spPr>
          <a:xfrm>
            <a:off x="5751944" y="3683563"/>
            <a:ext cx="1965300" cy="365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22" name="Google Shape;222;p28"/>
          <p:cNvSpPr txBox="1">
            <a:spLocks noGrp="1"/>
          </p:cNvSpPr>
          <p:nvPr>
            <p:ph type="title" idx="8"/>
          </p:nvPr>
        </p:nvSpPr>
        <p:spPr>
          <a:xfrm>
            <a:off x="5751952" y="3187702"/>
            <a:ext cx="26778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23" name="Google Shape;223;p28"/>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2">
  <p:cSld name="SECTION_HEADER_1_2_3_1">
    <p:bg>
      <p:bgPr>
        <a:solidFill>
          <a:schemeClr val="lt2"/>
        </a:solidFill>
        <a:effectLst/>
      </p:bgPr>
    </p:bg>
    <p:spTree>
      <p:nvGrpSpPr>
        <p:cNvPr id="1" name="Shape 224"/>
        <p:cNvGrpSpPr/>
        <p:nvPr/>
      </p:nvGrpSpPr>
      <p:grpSpPr>
        <a:xfrm>
          <a:off x="0" y="0"/>
          <a:ext cx="0" cy="0"/>
          <a:chOff x="0" y="0"/>
          <a:chExt cx="0" cy="0"/>
        </a:xfrm>
      </p:grpSpPr>
      <p:pic>
        <p:nvPicPr>
          <p:cNvPr id="225" name="Google Shape;225;p29"/>
          <p:cNvPicPr preferRelativeResize="0"/>
          <p:nvPr/>
        </p:nvPicPr>
        <p:blipFill>
          <a:blip r:embed="rId2">
            <a:alphaModFix amt="75000"/>
          </a:blip>
          <a:stretch>
            <a:fillRect/>
          </a:stretch>
        </p:blipFill>
        <p:spPr>
          <a:xfrm>
            <a:off x="0" y="3042050"/>
            <a:ext cx="2060450" cy="1984276"/>
          </a:xfrm>
          <a:prstGeom prst="rect">
            <a:avLst/>
          </a:prstGeom>
          <a:noFill/>
          <a:ln>
            <a:noFill/>
          </a:ln>
        </p:spPr>
      </p:pic>
      <p:pic>
        <p:nvPicPr>
          <p:cNvPr id="226" name="Google Shape;226;p29"/>
          <p:cNvPicPr preferRelativeResize="0"/>
          <p:nvPr/>
        </p:nvPicPr>
        <p:blipFill>
          <a:blip r:embed="rId2">
            <a:alphaModFix amt="75000"/>
          </a:blip>
          <a:stretch>
            <a:fillRect/>
          </a:stretch>
        </p:blipFill>
        <p:spPr>
          <a:xfrm rot="10800000">
            <a:off x="7083550" y="0"/>
            <a:ext cx="2060450" cy="1984276"/>
          </a:xfrm>
          <a:prstGeom prst="rect">
            <a:avLst/>
          </a:prstGeom>
          <a:noFill/>
          <a:ln>
            <a:noFill/>
          </a:ln>
        </p:spPr>
      </p:pic>
      <p:sp>
        <p:nvSpPr>
          <p:cNvPr id="227" name="Google Shape;227;p29"/>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9"/>
          <p:cNvSpPr txBox="1">
            <a:spLocks noGrp="1"/>
          </p:cNvSpPr>
          <p:nvPr>
            <p:ph type="title"/>
          </p:nvPr>
        </p:nvSpPr>
        <p:spPr>
          <a:xfrm>
            <a:off x="714125" y="544231"/>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29" name="Google Shape;229;p29"/>
          <p:cNvSpPr txBox="1">
            <a:spLocks noGrp="1"/>
          </p:cNvSpPr>
          <p:nvPr>
            <p:ph type="title" idx="2"/>
          </p:nvPr>
        </p:nvSpPr>
        <p:spPr>
          <a:xfrm>
            <a:off x="1653056" y="1751675"/>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0" name="Google Shape;230;p29"/>
          <p:cNvSpPr txBox="1">
            <a:spLocks noGrp="1"/>
          </p:cNvSpPr>
          <p:nvPr>
            <p:ph type="subTitle" idx="1"/>
          </p:nvPr>
        </p:nvSpPr>
        <p:spPr>
          <a:xfrm>
            <a:off x="1999406" y="2247125"/>
            <a:ext cx="217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231" name="Google Shape;231;p29"/>
          <p:cNvSpPr txBox="1">
            <a:spLocks noGrp="1"/>
          </p:cNvSpPr>
          <p:nvPr>
            <p:ph type="title" idx="3"/>
          </p:nvPr>
        </p:nvSpPr>
        <p:spPr>
          <a:xfrm>
            <a:off x="4623837" y="1751675"/>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2" name="Google Shape;232;p29"/>
          <p:cNvSpPr txBox="1">
            <a:spLocks noGrp="1"/>
          </p:cNvSpPr>
          <p:nvPr>
            <p:ph type="subTitle" idx="4"/>
          </p:nvPr>
        </p:nvSpPr>
        <p:spPr>
          <a:xfrm>
            <a:off x="4970187" y="2247125"/>
            <a:ext cx="217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233" name="Google Shape;233;p29"/>
          <p:cNvSpPr txBox="1">
            <a:spLocks noGrp="1"/>
          </p:cNvSpPr>
          <p:nvPr>
            <p:ph type="title" idx="5"/>
          </p:nvPr>
        </p:nvSpPr>
        <p:spPr>
          <a:xfrm>
            <a:off x="1653056" y="2842525"/>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4" name="Google Shape;234;p29"/>
          <p:cNvSpPr txBox="1">
            <a:spLocks noGrp="1"/>
          </p:cNvSpPr>
          <p:nvPr>
            <p:ph type="subTitle" idx="6"/>
          </p:nvPr>
        </p:nvSpPr>
        <p:spPr>
          <a:xfrm>
            <a:off x="1999406" y="3350450"/>
            <a:ext cx="217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235" name="Google Shape;235;p29"/>
          <p:cNvSpPr txBox="1">
            <a:spLocks noGrp="1"/>
          </p:cNvSpPr>
          <p:nvPr>
            <p:ph type="title" idx="7"/>
          </p:nvPr>
        </p:nvSpPr>
        <p:spPr>
          <a:xfrm>
            <a:off x="4623837" y="2842525"/>
            <a:ext cx="2867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36" name="Google Shape;236;p29"/>
          <p:cNvSpPr txBox="1">
            <a:spLocks noGrp="1"/>
          </p:cNvSpPr>
          <p:nvPr>
            <p:ph type="subTitle" idx="8"/>
          </p:nvPr>
        </p:nvSpPr>
        <p:spPr>
          <a:xfrm>
            <a:off x="4970187" y="3350450"/>
            <a:ext cx="2174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SECTION_HEADER_1_2_2">
    <p:bg>
      <p:bgPr>
        <a:solidFill>
          <a:schemeClr val="lt2"/>
        </a:solidFill>
        <a:effectLst/>
      </p:bgPr>
    </p:bg>
    <p:spTree>
      <p:nvGrpSpPr>
        <p:cNvPr id="1" name="Shape 237"/>
        <p:cNvGrpSpPr/>
        <p:nvPr/>
      </p:nvGrpSpPr>
      <p:grpSpPr>
        <a:xfrm>
          <a:off x="0" y="0"/>
          <a:ext cx="0" cy="0"/>
          <a:chOff x="0" y="0"/>
          <a:chExt cx="0" cy="0"/>
        </a:xfrm>
      </p:grpSpPr>
      <p:pic>
        <p:nvPicPr>
          <p:cNvPr id="238" name="Google Shape;238;p30"/>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pic>
        <p:nvPicPr>
          <p:cNvPr id="239" name="Google Shape;239;p30"/>
          <p:cNvPicPr preferRelativeResize="0"/>
          <p:nvPr/>
        </p:nvPicPr>
        <p:blipFill>
          <a:blip r:embed="rId3">
            <a:alphaModFix amt="55000"/>
          </a:blip>
          <a:stretch>
            <a:fillRect/>
          </a:stretch>
        </p:blipFill>
        <p:spPr>
          <a:xfrm>
            <a:off x="-3" y="0"/>
            <a:ext cx="3227225" cy="3330400"/>
          </a:xfrm>
          <a:prstGeom prst="rect">
            <a:avLst/>
          </a:prstGeom>
          <a:noFill/>
          <a:ln>
            <a:noFill/>
          </a:ln>
        </p:spPr>
      </p:pic>
      <p:sp>
        <p:nvSpPr>
          <p:cNvPr id="240" name="Google Shape;240;p30"/>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txBox="1">
            <a:spLocks noGrp="1"/>
          </p:cNvSpPr>
          <p:nvPr>
            <p:ph type="title"/>
          </p:nvPr>
        </p:nvSpPr>
        <p:spPr>
          <a:xfrm>
            <a:off x="3045000" y="543950"/>
            <a:ext cx="3054000" cy="906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4000"/>
              <a:buNone/>
              <a:defRPr sz="56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42" name="Google Shape;242;p30"/>
          <p:cNvSpPr txBox="1">
            <a:spLocks noGrp="1"/>
          </p:cNvSpPr>
          <p:nvPr>
            <p:ph type="subTitle" idx="1"/>
          </p:nvPr>
        </p:nvSpPr>
        <p:spPr>
          <a:xfrm>
            <a:off x="3289500" y="2085975"/>
            <a:ext cx="2565000" cy="121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243" name="Google Shape;243;p30"/>
          <p:cNvSpPr txBox="1"/>
          <p:nvPr/>
        </p:nvSpPr>
        <p:spPr>
          <a:xfrm>
            <a:off x="2660700" y="3251975"/>
            <a:ext cx="3822600" cy="959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a:solidFill>
                  <a:schemeClr val="dk2"/>
                </a:solidFill>
                <a:latin typeface="Roboto"/>
                <a:ea typeface="Roboto"/>
                <a:cs typeface="Roboto"/>
                <a:sym typeface="Roboto"/>
              </a:rPr>
              <a:t>CREDITS: This presentation template was created by </a:t>
            </a:r>
            <a:r>
              <a:rPr lang="en" b="1">
                <a:solidFill>
                  <a:schemeClr val="dk2"/>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Slidesgo</a:t>
            </a:r>
            <a:r>
              <a:rPr lang="en">
                <a:solidFill>
                  <a:schemeClr val="dk2"/>
                </a:solidFill>
                <a:latin typeface="Roboto"/>
                <a:ea typeface="Roboto"/>
                <a:cs typeface="Roboto"/>
                <a:sym typeface="Roboto"/>
              </a:rPr>
              <a:t>, including icons by </a:t>
            </a:r>
            <a:r>
              <a:rPr lang="en" b="1">
                <a:solidFill>
                  <a:schemeClr val="dk2"/>
                </a:solidFill>
                <a:uFill>
                  <a:noFill/>
                </a:uFill>
                <a:latin typeface="Roboto"/>
                <a:ea typeface="Roboto"/>
                <a:cs typeface="Roboto"/>
                <a:sym typeface="Roboto"/>
                <a:hlinkClick r:id="rId5">
                  <a:extLst>
                    <a:ext uri="{A12FA001-AC4F-418D-AE19-62706E023703}">
                      <ahyp:hlinkClr xmlns:ahyp="http://schemas.microsoft.com/office/drawing/2018/hyperlinkcolor" val="tx"/>
                    </a:ext>
                  </a:extLst>
                </a:hlinkClick>
              </a:rPr>
              <a:t>Flaticon</a:t>
            </a:r>
            <a:r>
              <a:rPr lang="en">
                <a:solidFill>
                  <a:schemeClr val="dk2"/>
                </a:solidFill>
                <a:latin typeface="Roboto"/>
                <a:ea typeface="Roboto"/>
                <a:cs typeface="Roboto"/>
                <a:sym typeface="Roboto"/>
              </a:rPr>
              <a:t>, infographics &amp; images by </a:t>
            </a:r>
            <a:r>
              <a:rPr lang="en" b="1">
                <a:solidFill>
                  <a:schemeClr val="dk2"/>
                </a:solidFill>
                <a:uFill>
                  <a:noFill/>
                </a:uFill>
                <a:latin typeface="Roboto"/>
                <a:ea typeface="Roboto"/>
                <a:cs typeface="Roboto"/>
                <a:sym typeface="Roboto"/>
                <a:hlinkClick r:id="rId6">
                  <a:extLst>
                    <a:ext uri="{A12FA001-AC4F-418D-AE19-62706E023703}">
                      <ahyp:hlinkClr xmlns:ahyp="http://schemas.microsoft.com/office/drawing/2018/hyperlinkcolor" val="tx"/>
                    </a:ext>
                  </a:extLst>
                </a:hlinkClick>
              </a:rPr>
              <a:t>Freepik</a:t>
            </a:r>
            <a:endParaRPr>
              <a:solidFill>
                <a:schemeClr val="dk2"/>
              </a:solidFill>
              <a:latin typeface="Roboto"/>
              <a:ea typeface="Roboto"/>
              <a:cs typeface="Roboto"/>
              <a:sym typeface="Robo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6 columns">
  <p:cSld name="SECTION_HEADER_1_1_1_1_1">
    <p:bg>
      <p:bgPr>
        <a:solidFill>
          <a:schemeClr val="lt2"/>
        </a:solidFill>
        <a:effectLst/>
      </p:bgPr>
    </p:bg>
    <p:spTree>
      <p:nvGrpSpPr>
        <p:cNvPr id="1" name="Shape 244"/>
        <p:cNvGrpSpPr/>
        <p:nvPr/>
      </p:nvGrpSpPr>
      <p:grpSpPr>
        <a:xfrm>
          <a:off x="0" y="0"/>
          <a:ext cx="0" cy="0"/>
          <a:chOff x="0" y="0"/>
          <a:chExt cx="0" cy="0"/>
        </a:xfrm>
      </p:grpSpPr>
      <p:pic>
        <p:nvPicPr>
          <p:cNvPr id="245" name="Google Shape;245;p31"/>
          <p:cNvPicPr preferRelativeResize="0"/>
          <p:nvPr/>
        </p:nvPicPr>
        <p:blipFill>
          <a:blip r:embed="rId2">
            <a:alphaModFix amt="75000"/>
          </a:blip>
          <a:stretch>
            <a:fillRect/>
          </a:stretch>
        </p:blipFill>
        <p:spPr>
          <a:xfrm flipH="1">
            <a:off x="7083550" y="0"/>
            <a:ext cx="2060450" cy="1984276"/>
          </a:xfrm>
          <a:prstGeom prst="rect">
            <a:avLst/>
          </a:prstGeom>
          <a:noFill/>
          <a:ln>
            <a:noFill/>
          </a:ln>
        </p:spPr>
      </p:pic>
      <p:pic>
        <p:nvPicPr>
          <p:cNvPr id="246" name="Google Shape;246;p31"/>
          <p:cNvPicPr preferRelativeResize="0"/>
          <p:nvPr/>
        </p:nvPicPr>
        <p:blipFill>
          <a:blip r:embed="rId2">
            <a:alphaModFix amt="75000"/>
          </a:blip>
          <a:stretch>
            <a:fillRect/>
          </a:stretch>
        </p:blipFill>
        <p:spPr>
          <a:xfrm rot="10800000" flipH="1">
            <a:off x="0" y="3159225"/>
            <a:ext cx="2060450" cy="1984276"/>
          </a:xfrm>
          <a:prstGeom prst="rect">
            <a:avLst/>
          </a:prstGeom>
          <a:noFill/>
          <a:ln>
            <a:noFill/>
          </a:ln>
        </p:spPr>
      </p:pic>
      <p:sp>
        <p:nvSpPr>
          <p:cNvPr id="247" name="Google Shape;247;p31"/>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1"/>
          <p:cNvSpPr txBox="1">
            <a:spLocks noGrp="1"/>
          </p:cNvSpPr>
          <p:nvPr>
            <p:ph type="subTitle" idx="1"/>
          </p:nvPr>
        </p:nvSpPr>
        <p:spPr>
          <a:xfrm>
            <a:off x="548363" y="2037113"/>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49" name="Google Shape;249;p31"/>
          <p:cNvSpPr txBox="1">
            <a:spLocks noGrp="1"/>
          </p:cNvSpPr>
          <p:nvPr>
            <p:ph type="subTitle" idx="2"/>
          </p:nvPr>
        </p:nvSpPr>
        <p:spPr>
          <a:xfrm>
            <a:off x="6218138" y="2037113"/>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50" name="Google Shape;250;p31"/>
          <p:cNvSpPr txBox="1">
            <a:spLocks noGrp="1"/>
          </p:cNvSpPr>
          <p:nvPr>
            <p:ph type="subTitle" idx="3"/>
          </p:nvPr>
        </p:nvSpPr>
        <p:spPr>
          <a:xfrm>
            <a:off x="3383250" y="2037113"/>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51" name="Google Shape;251;p31"/>
          <p:cNvSpPr txBox="1">
            <a:spLocks noGrp="1"/>
          </p:cNvSpPr>
          <p:nvPr>
            <p:ph type="title"/>
          </p:nvPr>
        </p:nvSpPr>
        <p:spPr>
          <a:xfrm>
            <a:off x="837113" y="1601438"/>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52" name="Google Shape;252;p31"/>
          <p:cNvSpPr txBox="1">
            <a:spLocks noGrp="1"/>
          </p:cNvSpPr>
          <p:nvPr>
            <p:ph type="title" idx="4"/>
          </p:nvPr>
        </p:nvSpPr>
        <p:spPr>
          <a:xfrm>
            <a:off x="6506888" y="1601438"/>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53" name="Google Shape;253;p31"/>
          <p:cNvSpPr txBox="1">
            <a:spLocks noGrp="1"/>
          </p:cNvSpPr>
          <p:nvPr>
            <p:ph type="title" idx="5"/>
          </p:nvPr>
        </p:nvSpPr>
        <p:spPr>
          <a:xfrm>
            <a:off x="3672000" y="1601438"/>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54" name="Google Shape;254;p31"/>
          <p:cNvSpPr txBox="1">
            <a:spLocks noGrp="1"/>
          </p:cNvSpPr>
          <p:nvPr>
            <p:ph type="title" idx="6"/>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55" name="Google Shape;255;p31"/>
          <p:cNvSpPr txBox="1">
            <a:spLocks noGrp="1"/>
          </p:cNvSpPr>
          <p:nvPr>
            <p:ph type="subTitle" idx="7"/>
          </p:nvPr>
        </p:nvSpPr>
        <p:spPr>
          <a:xfrm>
            <a:off x="548363" y="3780188"/>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56" name="Google Shape;256;p31"/>
          <p:cNvSpPr txBox="1">
            <a:spLocks noGrp="1"/>
          </p:cNvSpPr>
          <p:nvPr>
            <p:ph type="subTitle" idx="8"/>
          </p:nvPr>
        </p:nvSpPr>
        <p:spPr>
          <a:xfrm>
            <a:off x="6218138" y="3780188"/>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57" name="Google Shape;257;p31"/>
          <p:cNvSpPr txBox="1">
            <a:spLocks noGrp="1"/>
          </p:cNvSpPr>
          <p:nvPr>
            <p:ph type="subTitle" idx="9"/>
          </p:nvPr>
        </p:nvSpPr>
        <p:spPr>
          <a:xfrm>
            <a:off x="3383250" y="3780188"/>
            <a:ext cx="237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a:endParaRPr/>
          </a:p>
        </p:txBody>
      </p:sp>
      <p:sp>
        <p:nvSpPr>
          <p:cNvPr id="258" name="Google Shape;258;p31"/>
          <p:cNvSpPr txBox="1">
            <a:spLocks noGrp="1"/>
          </p:cNvSpPr>
          <p:nvPr>
            <p:ph type="title" idx="13"/>
          </p:nvPr>
        </p:nvSpPr>
        <p:spPr>
          <a:xfrm>
            <a:off x="837113" y="3344513"/>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59" name="Google Shape;259;p31"/>
          <p:cNvSpPr txBox="1">
            <a:spLocks noGrp="1"/>
          </p:cNvSpPr>
          <p:nvPr>
            <p:ph type="title" idx="14"/>
          </p:nvPr>
        </p:nvSpPr>
        <p:spPr>
          <a:xfrm>
            <a:off x="6506888" y="3344513"/>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60" name="Google Shape;260;p31"/>
          <p:cNvSpPr txBox="1">
            <a:spLocks noGrp="1"/>
          </p:cNvSpPr>
          <p:nvPr>
            <p:ph type="title" idx="15"/>
          </p:nvPr>
        </p:nvSpPr>
        <p:spPr>
          <a:xfrm>
            <a:off x="3672000" y="3344513"/>
            <a:ext cx="18000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1800"/>
              <a:buNone/>
              <a:defRPr sz="2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1">
  <p:cSld name="SECTION_HEADER_1_1_1_1_1_1">
    <p:bg>
      <p:bgPr>
        <a:solidFill>
          <a:schemeClr val="lt2"/>
        </a:solidFill>
        <a:effectLst/>
      </p:bgPr>
    </p:bg>
    <p:spTree>
      <p:nvGrpSpPr>
        <p:cNvPr id="1" name="Shape 261"/>
        <p:cNvGrpSpPr/>
        <p:nvPr/>
      </p:nvGrpSpPr>
      <p:grpSpPr>
        <a:xfrm>
          <a:off x="0" y="0"/>
          <a:ext cx="0" cy="0"/>
          <a:chOff x="0" y="0"/>
          <a:chExt cx="0" cy="0"/>
        </a:xfrm>
      </p:grpSpPr>
      <p:pic>
        <p:nvPicPr>
          <p:cNvPr id="262" name="Google Shape;262;p32"/>
          <p:cNvPicPr preferRelativeResize="0"/>
          <p:nvPr/>
        </p:nvPicPr>
        <p:blipFill>
          <a:blip r:embed="rId2">
            <a:alphaModFix amt="75000"/>
          </a:blip>
          <a:stretch>
            <a:fillRect/>
          </a:stretch>
        </p:blipFill>
        <p:spPr>
          <a:xfrm flipH="1">
            <a:off x="7083550" y="0"/>
            <a:ext cx="2060450" cy="1984276"/>
          </a:xfrm>
          <a:prstGeom prst="rect">
            <a:avLst/>
          </a:prstGeom>
          <a:noFill/>
          <a:ln>
            <a:noFill/>
          </a:ln>
        </p:spPr>
      </p:pic>
      <p:pic>
        <p:nvPicPr>
          <p:cNvPr id="263" name="Google Shape;263;p32"/>
          <p:cNvPicPr preferRelativeResize="0"/>
          <p:nvPr/>
        </p:nvPicPr>
        <p:blipFill>
          <a:blip r:embed="rId2">
            <a:alphaModFix amt="75000"/>
          </a:blip>
          <a:stretch>
            <a:fillRect/>
          </a:stretch>
        </p:blipFill>
        <p:spPr>
          <a:xfrm rot="10800000" flipH="1">
            <a:off x="0" y="3159225"/>
            <a:ext cx="2060450" cy="1984276"/>
          </a:xfrm>
          <a:prstGeom prst="rect">
            <a:avLst/>
          </a:prstGeom>
          <a:noFill/>
          <a:ln>
            <a:noFill/>
          </a:ln>
        </p:spPr>
      </p:pic>
      <p:sp>
        <p:nvSpPr>
          <p:cNvPr id="264" name="Google Shape;264;p32"/>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65" name="Google Shape;265;p32"/>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2">
  <p:cSld name="SECTION_HEADER_1_1_1_1_1_1_1">
    <p:bg>
      <p:bgPr>
        <a:solidFill>
          <a:schemeClr val="lt2"/>
        </a:solidFill>
        <a:effectLst/>
      </p:bgPr>
    </p:bg>
    <p:spTree>
      <p:nvGrpSpPr>
        <p:cNvPr id="1" name="Shape 266"/>
        <p:cNvGrpSpPr/>
        <p:nvPr/>
      </p:nvGrpSpPr>
      <p:grpSpPr>
        <a:xfrm>
          <a:off x="0" y="0"/>
          <a:ext cx="0" cy="0"/>
          <a:chOff x="0" y="0"/>
          <a:chExt cx="0" cy="0"/>
        </a:xfrm>
      </p:grpSpPr>
      <p:pic>
        <p:nvPicPr>
          <p:cNvPr id="267" name="Google Shape;267;p33"/>
          <p:cNvPicPr preferRelativeResize="0"/>
          <p:nvPr/>
        </p:nvPicPr>
        <p:blipFill>
          <a:blip r:embed="rId2">
            <a:alphaModFix amt="55000"/>
          </a:blip>
          <a:stretch>
            <a:fillRect/>
          </a:stretch>
        </p:blipFill>
        <p:spPr>
          <a:xfrm>
            <a:off x="2209800" y="0"/>
            <a:ext cx="2105025" cy="2172326"/>
          </a:xfrm>
          <a:prstGeom prst="rect">
            <a:avLst/>
          </a:prstGeom>
          <a:noFill/>
          <a:ln>
            <a:noFill/>
          </a:ln>
        </p:spPr>
      </p:pic>
      <p:pic>
        <p:nvPicPr>
          <p:cNvPr id="268" name="Google Shape;268;p33"/>
          <p:cNvPicPr preferRelativeResize="0"/>
          <p:nvPr/>
        </p:nvPicPr>
        <p:blipFill>
          <a:blip r:embed="rId2">
            <a:alphaModFix amt="55000"/>
          </a:blip>
          <a:stretch>
            <a:fillRect/>
          </a:stretch>
        </p:blipFill>
        <p:spPr>
          <a:xfrm rot="10800000" flipH="1">
            <a:off x="4829175" y="2971175"/>
            <a:ext cx="2105025" cy="2172326"/>
          </a:xfrm>
          <a:prstGeom prst="rect">
            <a:avLst/>
          </a:prstGeom>
          <a:noFill/>
          <a:ln>
            <a:noFill/>
          </a:ln>
        </p:spPr>
      </p:pic>
      <p:sp>
        <p:nvSpPr>
          <p:cNvPr id="269" name="Google Shape;269;p33"/>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70" name="Google Shape;270;p33"/>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SECTION_HEADER_1_1_1_1_1_1_1_1">
    <p:bg>
      <p:bgPr>
        <a:solidFill>
          <a:schemeClr val="lt2"/>
        </a:solidFill>
        <a:effectLst/>
      </p:bgPr>
    </p:bg>
    <p:spTree>
      <p:nvGrpSpPr>
        <p:cNvPr id="1" name="Shape 271"/>
        <p:cNvGrpSpPr/>
        <p:nvPr/>
      </p:nvGrpSpPr>
      <p:grpSpPr>
        <a:xfrm>
          <a:off x="0" y="0"/>
          <a:ext cx="0" cy="0"/>
          <a:chOff x="0" y="0"/>
          <a:chExt cx="0" cy="0"/>
        </a:xfrm>
      </p:grpSpPr>
      <p:sp>
        <p:nvSpPr>
          <p:cNvPr id="272" name="Google Shape;272;p34"/>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73" name="Google Shape;273;p34"/>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34"/>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4">
  <p:cSld name="SECTION_HEADER_1_1_1_1_1_1_1_1_1">
    <p:bg>
      <p:bgPr>
        <a:solidFill>
          <a:schemeClr val="lt2"/>
        </a:solidFill>
        <a:effectLst/>
      </p:bgPr>
    </p:bg>
    <p:spTree>
      <p:nvGrpSpPr>
        <p:cNvPr id="1" name="Shape 275"/>
        <p:cNvGrpSpPr/>
        <p:nvPr/>
      </p:nvGrpSpPr>
      <p:grpSpPr>
        <a:xfrm>
          <a:off x="0" y="0"/>
          <a:ext cx="0" cy="0"/>
          <a:chOff x="0" y="0"/>
          <a:chExt cx="0" cy="0"/>
        </a:xfrm>
      </p:grpSpPr>
      <p:pic>
        <p:nvPicPr>
          <p:cNvPr id="276" name="Google Shape;276;p35"/>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277" name="Google Shape;277;p35"/>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278" name="Google Shape;278;p35"/>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79" name="Google Shape;279;p35"/>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5">
  <p:cSld name="SECTION_HEADER_1_1_1_1_1_1_1_1_2">
    <p:bg>
      <p:bgPr>
        <a:solidFill>
          <a:schemeClr val="lt2"/>
        </a:solidFill>
        <a:effectLst/>
      </p:bgPr>
    </p:bg>
    <p:spTree>
      <p:nvGrpSpPr>
        <p:cNvPr id="1" name="Shape 280"/>
        <p:cNvGrpSpPr/>
        <p:nvPr/>
      </p:nvGrpSpPr>
      <p:grpSpPr>
        <a:xfrm>
          <a:off x="0" y="0"/>
          <a:ext cx="0" cy="0"/>
          <a:chOff x="0" y="0"/>
          <a:chExt cx="0" cy="0"/>
        </a:xfrm>
      </p:grpSpPr>
      <p:sp>
        <p:nvSpPr>
          <p:cNvPr id="281" name="Google Shape;281;p36"/>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82" name="Google Shape;282;p36"/>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3" name="Google Shape;283;p36"/>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6">
  <p:cSld name="SECTION_HEADER_1_1_1_1_1_1_1_1_1_1">
    <p:bg>
      <p:bgPr>
        <a:solidFill>
          <a:schemeClr val="lt2"/>
        </a:solidFill>
        <a:effectLst/>
      </p:bgPr>
    </p:bg>
    <p:spTree>
      <p:nvGrpSpPr>
        <p:cNvPr id="1" name="Shape 284"/>
        <p:cNvGrpSpPr/>
        <p:nvPr/>
      </p:nvGrpSpPr>
      <p:grpSpPr>
        <a:xfrm>
          <a:off x="0" y="0"/>
          <a:ext cx="0" cy="0"/>
          <a:chOff x="0" y="0"/>
          <a:chExt cx="0" cy="0"/>
        </a:xfrm>
      </p:grpSpPr>
      <p:pic>
        <p:nvPicPr>
          <p:cNvPr id="285" name="Google Shape;285;p37"/>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286" name="Google Shape;286;p37"/>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287" name="Google Shape;287;p37"/>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88" name="Google Shape;288;p37"/>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7">
  <p:cSld name="SECTION_HEADER_1_1_1_1_1_1_1_2">
    <p:bg>
      <p:bgPr>
        <a:solidFill>
          <a:schemeClr val="lt2"/>
        </a:solidFill>
        <a:effectLst/>
      </p:bgPr>
    </p:bg>
    <p:spTree>
      <p:nvGrpSpPr>
        <p:cNvPr id="1" name="Shape 289"/>
        <p:cNvGrpSpPr/>
        <p:nvPr/>
      </p:nvGrpSpPr>
      <p:grpSpPr>
        <a:xfrm>
          <a:off x="0" y="0"/>
          <a:ext cx="0" cy="0"/>
          <a:chOff x="0" y="0"/>
          <a:chExt cx="0" cy="0"/>
        </a:xfrm>
      </p:grpSpPr>
      <p:pic>
        <p:nvPicPr>
          <p:cNvPr id="290" name="Google Shape;290;p38"/>
          <p:cNvPicPr preferRelativeResize="0"/>
          <p:nvPr/>
        </p:nvPicPr>
        <p:blipFill>
          <a:blip r:embed="rId2">
            <a:alphaModFix amt="55000"/>
          </a:blip>
          <a:stretch>
            <a:fillRect/>
          </a:stretch>
        </p:blipFill>
        <p:spPr>
          <a:xfrm>
            <a:off x="2209800" y="0"/>
            <a:ext cx="2105025" cy="2172326"/>
          </a:xfrm>
          <a:prstGeom prst="rect">
            <a:avLst/>
          </a:prstGeom>
          <a:noFill/>
          <a:ln>
            <a:noFill/>
          </a:ln>
        </p:spPr>
      </p:pic>
      <p:pic>
        <p:nvPicPr>
          <p:cNvPr id="291" name="Google Shape;291;p38"/>
          <p:cNvPicPr preferRelativeResize="0"/>
          <p:nvPr/>
        </p:nvPicPr>
        <p:blipFill>
          <a:blip r:embed="rId2">
            <a:alphaModFix amt="55000"/>
          </a:blip>
          <a:stretch>
            <a:fillRect/>
          </a:stretch>
        </p:blipFill>
        <p:spPr>
          <a:xfrm rot="10800000" flipH="1">
            <a:off x="4829175" y="2971175"/>
            <a:ext cx="2105025" cy="2172326"/>
          </a:xfrm>
          <a:prstGeom prst="rect">
            <a:avLst/>
          </a:prstGeom>
          <a:noFill/>
          <a:ln>
            <a:noFill/>
          </a:ln>
        </p:spPr>
      </p:pic>
      <p:sp>
        <p:nvSpPr>
          <p:cNvPr id="292" name="Google Shape;292;p38"/>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93" name="Google Shape;293;p38"/>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8">
  <p:cSld name="SECTION_HEADER_1_1_1_1_1_1_1_1_1_1_2">
    <p:bg>
      <p:bgPr>
        <a:solidFill>
          <a:schemeClr val="lt2"/>
        </a:solidFill>
        <a:effectLst/>
      </p:bgPr>
    </p:bg>
    <p:spTree>
      <p:nvGrpSpPr>
        <p:cNvPr id="1" name="Shape 294"/>
        <p:cNvGrpSpPr/>
        <p:nvPr/>
      </p:nvGrpSpPr>
      <p:grpSpPr>
        <a:xfrm>
          <a:off x="0" y="0"/>
          <a:ext cx="0" cy="0"/>
          <a:chOff x="0" y="0"/>
          <a:chExt cx="0" cy="0"/>
        </a:xfrm>
      </p:grpSpPr>
      <p:pic>
        <p:nvPicPr>
          <p:cNvPr id="295" name="Google Shape;295;p39"/>
          <p:cNvPicPr preferRelativeResize="0"/>
          <p:nvPr/>
        </p:nvPicPr>
        <p:blipFill>
          <a:blip r:embed="rId2">
            <a:alphaModFix amt="75000"/>
          </a:blip>
          <a:stretch>
            <a:fillRect/>
          </a:stretch>
        </p:blipFill>
        <p:spPr>
          <a:xfrm>
            <a:off x="0" y="0"/>
            <a:ext cx="2060450" cy="1984276"/>
          </a:xfrm>
          <a:prstGeom prst="rect">
            <a:avLst/>
          </a:prstGeom>
          <a:noFill/>
          <a:ln>
            <a:noFill/>
          </a:ln>
        </p:spPr>
      </p:pic>
      <p:pic>
        <p:nvPicPr>
          <p:cNvPr id="296" name="Google Shape;296;p39"/>
          <p:cNvPicPr preferRelativeResize="0"/>
          <p:nvPr/>
        </p:nvPicPr>
        <p:blipFill>
          <a:blip r:embed="rId2">
            <a:alphaModFix amt="75000"/>
          </a:blip>
          <a:stretch>
            <a:fillRect/>
          </a:stretch>
        </p:blipFill>
        <p:spPr>
          <a:xfrm rot="10800000">
            <a:off x="7083550" y="3159225"/>
            <a:ext cx="2060450" cy="1984276"/>
          </a:xfrm>
          <a:prstGeom prst="rect">
            <a:avLst/>
          </a:prstGeom>
          <a:noFill/>
          <a:ln>
            <a:noFill/>
          </a:ln>
        </p:spPr>
      </p:pic>
      <p:sp>
        <p:nvSpPr>
          <p:cNvPr id="297" name="Google Shape;297;p39"/>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298" name="Google Shape;298;p39"/>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9">
  <p:cSld name="SECTION_HEADER_1_1_1_1_1_1_1_2_1">
    <p:bg>
      <p:bgPr>
        <a:solidFill>
          <a:schemeClr val="lt2"/>
        </a:solidFill>
        <a:effectLst/>
      </p:bgPr>
    </p:bg>
    <p:spTree>
      <p:nvGrpSpPr>
        <p:cNvPr id="1" name="Shape 299"/>
        <p:cNvGrpSpPr/>
        <p:nvPr/>
      </p:nvGrpSpPr>
      <p:grpSpPr>
        <a:xfrm>
          <a:off x="0" y="0"/>
          <a:ext cx="0" cy="0"/>
          <a:chOff x="0" y="0"/>
          <a:chExt cx="0" cy="0"/>
        </a:xfrm>
      </p:grpSpPr>
      <p:pic>
        <p:nvPicPr>
          <p:cNvPr id="300" name="Google Shape;300;p40"/>
          <p:cNvPicPr preferRelativeResize="0"/>
          <p:nvPr/>
        </p:nvPicPr>
        <p:blipFill>
          <a:blip r:embed="rId2">
            <a:alphaModFix amt="55000"/>
          </a:blip>
          <a:stretch>
            <a:fillRect/>
          </a:stretch>
        </p:blipFill>
        <p:spPr>
          <a:xfrm>
            <a:off x="2209800" y="0"/>
            <a:ext cx="2105025" cy="2172326"/>
          </a:xfrm>
          <a:prstGeom prst="rect">
            <a:avLst/>
          </a:prstGeom>
          <a:noFill/>
          <a:ln>
            <a:noFill/>
          </a:ln>
        </p:spPr>
      </p:pic>
      <p:pic>
        <p:nvPicPr>
          <p:cNvPr id="301" name="Google Shape;301;p40"/>
          <p:cNvPicPr preferRelativeResize="0"/>
          <p:nvPr/>
        </p:nvPicPr>
        <p:blipFill>
          <a:blip r:embed="rId2">
            <a:alphaModFix amt="55000"/>
          </a:blip>
          <a:stretch>
            <a:fillRect/>
          </a:stretch>
        </p:blipFill>
        <p:spPr>
          <a:xfrm rot="10800000" flipH="1">
            <a:off x="4829175" y="2971175"/>
            <a:ext cx="2105025" cy="2172326"/>
          </a:xfrm>
          <a:prstGeom prst="rect">
            <a:avLst/>
          </a:prstGeom>
          <a:noFill/>
          <a:ln>
            <a:noFill/>
          </a:ln>
        </p:spPr>
      </p:pic>
      <p:sp>
        <p:nvSpPr>
          <p:cNvPr id="302" name="Google Shape;302;p40"/>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400"/>
              <a:buNone/>
              <a:defRPr sz="3000"/>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303" name="Google Shape;303;p40"/>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p:cSld name="SECTION_HEADER_1_3_1">
    <p:bg>
      <p:bgPr>
        <a:solidFill>
          <a:schemeClr val="lt2"/>
        </a:solidFill>
        <a:effectLst/>
      </p:bgPr>
    </p:bg>
    <p:spTree>
      <p:nvGrpSpPr>
        <p:cNvPr id="1" name="Shape 304"/>
        <p:cNvGrpSpPr/>
        <p:nvPr/>
      </p:nvGrpSpPr>
      <p:grpSpPr>
        <a:xfrm>
          <a:off x="0" y="0"/>
          <a:ext cx="0" cy="0"/>
          <a:chOff x="0" y="0"/>
          <a:chExt cx="0" cy="0"/>
        </a:xfrm>
      </p:grpSpPr>
      <p:pic>
        <p:nvPicPr>
          <p:cNvPr id="305" name="Google Shape;305;p41"/>
          <p:cNvPicPr preferRelativeResize="0"/>
          <p:nvPr/>
        </p:nvPicPr>
        <p:blipFill>
          <a:blip r:embed="rId2">
            <a:alphaModFix amt="75000"/>
          </a:blip>
          <a:stretch>
            <a:fillRect/>
          </a:stretch>
        </p:blipFill>
        <p:spPr>
          <a:xfrm flipH="1">
            <a:off x="7083550" y="0"/>
            <a:ext cx="2060450" cy="1984276"/>
          </a:xfrm>
          <a:prstGeom prst="rect">
            <a:avLst/>
          </a:prstGeom>
          <a:noFill/>
          <a:ln>
            <a:noFill/>
          </a:ln>
        </p:spPr>
      </p:pic>
      <p:pic>
        <p:nvPicPr>
          <p:cNvPr id="306" name="Google Shape;306;p41"/>
          <p:cNvPicPr preferRelativeResize="0"/>
          <p:nvPr/>
        </p:nvPicPr>
        <p:blipFill>
          <a:blip r:embed="rId2">
            <a:alphaModFix amt="75000"/>
          </a:blip>
          <a:stretch>
            <a:fillRect/>
          </a:stretch>
        </p:blipFill>
        <p:spPr>
          <a:xfrm rot="10800000" flipH="1">
            <a:off x="0" y="3159225"/>
            <a:ext cx="2060450" cy="1984276"/>
          </a:xfrm>
          <a:prstGeom prst="rect">
            <a:avLst/>
          </a:prstGeom>
          <a:noFill/>
          <a:ln>
            <a:noFill/>
          </a:ln>
        </p:spPr>
      </p:pic>
      <p:sp>
        <p:nvSpPr>
          <p:cNvPr id="307" name="Google Shape;307;p41"/>
          <p:cNvSpPr txBox="1">
            <a:spLocks noGrp="1"/>
          </p:cNvSpPr>
          <p:nvPr>
            <p:ph type="subTitle" idx="1"/>
          </p:nvPr>
        </p:nvSpPr>
        <p:spPr>
          <a:xfrm>
            <a:off x="2390700" y="1772513"/>
            <a:ext cx="43626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a:lvl1pPr>
            <a:lvl2pPr lvl="1" algn="ctr" rtl="0">
              <a:spcBef>
                <a:spcPts val="0"/>
              </a:spcBef>
              <a:spcAft>
                <a:spcPts val="0"/>
              </a:spcAft>
              <a:buNone/>
              <a:defRPr sz="1600"/>
            </a:lvl2pPr>
            <a:lvl3pPr lvl="2" algn="ctr" rtl="0">
              <a:spcBef>
                <a:spcPts val="0"/>
              </a:spcBef>
              <a:spcAft>
                <a:spcPts val="0"/>
              </a:spcAft>
              <a:buNone/>
              <a:defRPr sz="1600"/>
            </a:lvl3pPr>
            <a:lvl4pPr lvl="3" algn="ctr" rtl="0">
              <a:spcBef>
                <a:spcPts val="0"/>
              </a:spcBef>
              <a:spcAft>
                <a:spcPts val="0"/>
              </a:spcAft>
              <a:buNone/>
              <a:defRPr sz="1600"/>
            </a:lvl4pPr>
            <a:lvl5pPr lvl="4" algn="ctr" rtl="0">
              <a:spcBef>
                <a:spcPts val="0"/>
              </a:spcBef>
              <a:spcAft>
                <a:spcPts val="0"/>
              </a:spcAft>
              <a:buNone/>
              <a:defRPr sz="1600"/>
            </a:lvl5pPr>
            <a:lvl6pPr lvl="5" algn="ctr" rtl="0">
              <a:spcBef>
                <a:spcPts val="0"/>
              </a:spcBef>
              <a:spcAft>
                <a:spcPts val="0"/>
              </a:spcAft>
              <a:buNone/>
              <a:defRPr sz="1600"/>
            </a:lvl6pPr>
            <a:lvl7pPr lvl="6" algn="ctr" rtl="0">
              <a:spcBef>
                <a:spcPts val="0"/>
              </a:spcBef>
              <a:spcAft>
                <a:spcPts val="0"/>
              </a:spcAft>
              <a:buNone/>
              <a:defRPr sz="1600"/>
            </a:lvl7pPr>
            <a:lvl8pPr lvl="7" algn="ctr" rtl="0">
              <a:spcBef>
                <a:spcPts val="0"/>
              </a:spcBef>
              <a:spcAft>
                <a:spcPts val="0"/>
              </a:spcAft>
              <a:buNone/>
              <a:defRPr sz="1600"/>
            </a:lvl8pPr>
            <a:lvl9pPr lvl="8" algn="ctr" rtl="0">
              <a:spcBef>
                <a:spcPts val="0"/>
              </a:spcBef>
              <a:spcAft>
                <a:spcPts val="0"/>
              </a:spcAft>
              <a:buNone/>
              <a:defRPr sz="1600"/>
            </a:lvl9pPr>
          </a:lstStyle>
          <a:p>
            <a:endParaRPr/>
          </a:p>
        </p:txBody>
      </p:sp>
      <p:sp>
        <p:nvSpPr>
          <p:cNvPr id="308" name="Google Shape;308;p41"/>
          <p:cNvSpPr txBox="1">
            <a:spLocks noGrp="1"/>
          </p:cNvSpPr>
          <p:nvPr>
            <p:ph type="title" hasCustomPrompt="1"/>
          </p:nvPr>
        </p:nvSpPr>
        <p:spPr>
          <a:xfrm>
            <a:off x="2643000" y="1224113"/>
            <a:ext cx="3858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600"/>
              <a:buNone/>
              <a:defRPr sz="3800"/>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309" name="Google Shape;309;p41"/>
          <p:cNvSpPr txBox="1">
            <a:spLocks noGrp="1"/>
          </p:cNvSpPr>
          <p:nvPr>
            <p:ph type="subTitle" idx="2"/>
          </p:nvPr>
        </p:nvSpPr>
        <p:spPr>
          <a:xfrm>
            <a:off x="2390700" y="2999057"/>
            <a:ext cx="4362600" cy="365700"/>
          </a:xfrm>
          <a:prstGeom prst="rect">
            <a:avLst/>
          </a:prstGeom>
        </p:spPr>
        <p:txBody>
          <a:bodyPr spcFirstLastPara="1" wrap="square" lIns="91425" tIns="91425" rIns="91425" bIns="91425" anchor="ctr" anchorCtr="0">
            <a:noAutofit/>
          </a:bodyPr>
          <a:lstStyle>
            <a:lvl1pPr lvl="0" algn="ctr" rtl="0">
              <a:lnSpc>
                <a:spcPct val="150000"/>
              </a:lnSpc>
              <a:spcBef>
                <a:spcPts val="0"/>
              </a:spcBef>
              <a:spcAft>
                <a:spcPts val="0"/>
              </a:spcAft>
              <a:buNone/>
              <a:defRPr sz="1600"/>
            </a:lvl1pPr>
            <a:lvl2pPr lvl="1" algn="ctr" rtl="0">
              <a:lnSpc>
                <a:spcPct val="150000"/>
              </a:lnSpc>
              <a:spcBef>
                <a:spcPts val="0"/>
              </a:spcBef>
              <a:spcAft>
                <a:spcPts val="0"/>
              </a:spcAft>
              <a:buNone/>
              <a:defRPr sz="1600"/>
            </a:lvl2pPr>
            <a:lvl3pPr lvl="2" algn="ctr" rtl="0">
              <a:lnSpc>
                <a:spcPct val="150000"/>
              </a:lnSpc>
              <a:spcBef>
                <a:spcPts val="0"/>
              </a:spcBef>
              <a:spcAft>
                <a:spcPts val="0"/>
              </a:spcAft>
              <a:buNone/>
              <a:defRPr sz="1600"/>
            </a:lvl3pPr>
            <a:lvl4pPr lvl="3" algn="ctr" rtl="0">
              <a:lnSpc>
                <a:spcPct val="150000"/>
              </a:lnSpc>
              <a:spcBef>
                <a:spcPts val="0"/>
              </a:spcBef>
              <a:spcAft>
                <a:spcPts val="0"/>
              </a:spcAft>
              <a:buNone/>
              <a:defRPr sz="1600"/>
            </a:lvl4pPr>
            <a:lvl5pPr lvl="4" algn="ctr" rtl="0">
              <a:lnSpc>
                <a:spcPct val="150000"/>
              </a:lnSpc>
              <a:spcBef>
                <a:spcPts val="0"/>
              </a:spcBef>
              <a:spcAft>
                <a:spcPts val="0"/>
              </a:spcAft>
              <a:buNone/>
              <a:defRPr sz="1600"/>
            </a:lvl5pPr>
            <a:lvl6pPr lvl="5" algn="ctr" rtl="0">
              <a:lnSpc>
                <a:spcPct val="150000"/>
              </a:lnSpc>
              <a:spcBef>
                <a:spcPts val="0"/>
              </a:spcBef>
              <a:spcAft>
                <a:spcPts val="0"/>
              </a:spcAft>
              <a:buNone/>
              <a:defRPr sz="1600"/>
            </a:lvl6pPr>
            <a:lvl7pPr lvl="6" algn="ctr" rtl="0">
              <a:lnSpc>
                <a:spcPct val="150000"/>
              </a:lnSpc>
              <a:spcBef>
                <a:spcPts val="0"/>
              </a:spcBef>
              <a:spcAft>
                <a:spcPts val="0"/>
              </a:spcAft>
              <a:buNone/>
              <a:defRPr sz="1600"/>
            </a:lvl7pPr>
            <a:lvl8pPr lvl="7" algn="ctr" rtl="0">
              <a:lnSpc>
                <a:spcPct val="150000"/>
              </a:lnSpc>
              <a:spcBef>
                <a:spcPts val="0"/>
              </a:spcBef>
              <a:spcAft>
                <a:spcPts val="0"/>
              </a:spcAft>
              <a:buNone/>
              <a:defRPr sz="1600"/>
            </a:lvl8pPr>
            <a:lvl9pPr lvl="8" algn="ctr" rtl="0">
              <a:lnSpc>
                <a:spcPct val="150000"/>
              </a:lnSpc>
              <a:spcBef>
                <a:spcPts val="0"/>
              </a:spcBef>
              <a:spcAft>
                <a:spcPts val="0"/>
              </a:spcAft>
              <a:buNone/>
              <a:defRPr sz="1600"/>
            </a:lvl9pPr>
          </a:lstStyle>
          <a:p>
            <a:endParaRPr/>
          </a:p>
        </p:txBody>
      </p:sp>
      <p:sp>
        <p:nvSpPr>
          <p:cNvPr id="310" name="Google Shape;310;p41"/>
          <p:cNvSpPr txBox="1">
            <a:spLocks noGrp="1"/>
          </p:cNvSpPr>
          <p:nvPr>
            <p:ph type="title" idx="3" hasCustomPrompt="1"/>
          </p:nvPr>
        </p:nvSpPr>
        <p:spPr>
          <a:xfrm>
            <a:off x="2643000" y="2451059"/>
            <a:ext cx="3858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600"/>
              <a:buNone/>
              <a:defRPr sz="3800"/>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311" name="Google Shape;311;p41"/>
          <p:cNvSpPr txBox="1">
            <a:spLocks noGrp="1"/>
          </p:cNvSpPr>
          <p:nvPr>
            <p:ph type="subTitle" idx="4"/>
          </p:nvPr>
        </p:nvSpPr>
        <p:spPr>
          <a:xfrm>
            <a:off x="2390700" y="4225602"/>
            <a:ext cx="43626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600"/>
            </a:lvl1pPr>
            <a:lvl2pPr lvl="1" algn="ctr" rtl="0">
              <a:lnSpc>
                <a:spcPct val="100000"/>
              </a:lnSpc>
              <a:spcBef>
                <a:spcPts val="0"/>
              </a:spcBef>
              <a:spcAft>
                <a:spcPts val="0"/>
              </a:spcAft>
              <a:buNone/>
              <a:defRPr sz="1600"/>
            </a:lvl2pPr>
            <a:lvl3pPr lvl="2" algn="ctr" rtl="0">
              <a:lnSpc>
                <a:spcPct val="100000"/>
              </a:lnSpc>
              <a:spcBef>
                <a:spcPts val="0"/>
              </a:spcBef>
              <a:spcAft>
                <a:spcPts val="0"/>
              </a:spcAft>
              <a:buNone/>
              <a:defRPr sz="1600"/>
            </a:lvl3pPr>
            <a:lvl4pPr lvl="3" algn="ctr" rtl="0">
              <a:lnSpc>
                <a:spcPct val="100000"/>
              </a:lnSpc>
              <a:spcBef>
                <a:spcPts val="0"/>
              </a:spcBef>
              <a:spcAft>
                <a:spcPts val="0"/>
              </a:spcAft>
              <a:buNone/>
              <a:defRPr sz="1600"/>
            </a:lvl4pPr>
            <a:lvl5pPr lvl="4" algn="ctr" rtl="0">
              <a:lnSpc>
                <a:spcPct val="100000"/>
              </a:lnSpc>
              <a:spcBef>
                <a:spcPts val="0"/>
              </a:spcBef>
              <a:spcAft>
                <a:spcPts val="0"/>
              </a:spcAft>
              <a:buNone/>
              <a:defRPr sz="1600"/>
            </a:lvl5pPr>
            <a:lvl6pPr lvl="5" algn="ctr" rtl="0">
              <a:lnSpc>
                <a:spcPct val="100000"/>
              </a:lnSpc>
              <a:spcBef>
                <a:spcPts val="0"/>
              </a:spcBef>
              <a:spcAft>
                <a:spcPts val="0"/>
              </a:spcAft>
              <a:buNone/>
              <a:defRPr sz="1600"/>
            </a:lvl6pPr>
            <a:lvl7pPr lvl="6" algn="ctr" rtl="0">
              <a:lnSpc>
                <a:spcPct val="100000"/>
              </a:lnSpc>
              <a:spcBef>
                <a:spcPts val="0"/>
              </a:spcBef>
              <a:spcAft>
                <a:spcPts val="0"/>
              </a:spcAft>
              <a:buNone/>
              <a:defRPr sz="1600"/>
            </a:lvl7pPr>
            <a:lvl8pPr lvl="7" algn="ctr" rtl="0">
              <a:lnSpc>
                <a:spcPct val="100000"/>
              </a:lnSpc>
              <a:spcBef>
                <a:spcPts val="0"/>
              </a:spcBef>
              <a:spcAft>
                <a:spcPts val="0"/>
              </a:spcAft>
              <a:buNone/>
              <a:defRPr sz="1600"/>
            </a:lvl8pPr>
            <a:lvl9pPr lvl="8" algn="ctr" rtl="0">
              <a:lnSpc>
                <a:spcPct val="100000"/>
              </a:lnSpc>
              <a:spcBef>
                <a:spcPts val="0"/>
              </a:spcBef>
              <a:spcAft>
                <a:spcPts val="0"/>
              </a:spcAft>
              <a:buNone/>
              <a:defRPr sz="1600"/>
            </a:lvl9pPr>
          </a:lstStyle>
          <a:p>
            <a:endParaRPr/>
          </a:p>
        </p:txBody>
      </p:sp>
      <p:sp>
        <p:nvSpPr>
          <p:cNvPr id="312" name="Google Shape;312;p41"/>
          <p:cNvSpPr txBox="1">
            <a:spLocks noGrp="1"/>
          </p:cNvSpPr>
          <p:nvPr>
            <p:ph type="title" idx="5" hasCustomPrompt="1"/>
          </p:nvPr>
        </p:nvSpPr>
        <p:spPr>
          <a:xfrm>
            <a:off x="2643000" y="3678005"/>
            <a:ext cx="3858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3600"/>
              <a:buNone/>
              <a:defRPr sz="3800"/>
            </a:lvl1pPr>
            <a:lvl2pPr lvl="1" algn="ctr" rtl="0">
              <a:spcBef>
                <a:spcPts val="0"/>
              </a:spcBef>
              <a:spcAft>
                <a:spcPts val="0"/>
              </a:spcAft>
              <a:buClr>
                <a:schemeClr val="accent5"/>
              </a:buClr>
              <a:buSzPts val="3600"/>
              <a:buNone/>
              <a:defRPr sz="3600">
                <a:solidFill>
                  <a:schemeClr val="accent5"/>
                </a:solidFill>
              </a:defRPr>
            </a:lvl2pPr>
            <a:lvl3pPr lvl="2" algn="ctr" rtl="0">
              <a:spcBef>
                <a:spcPts val="0"/>
              </a:spcBef>
              <a:spcAft>
                <a:spcPts val="0"/>
              </a:spcAft>
              <a:buClr>
                <a:schemeClr val="accent5"/>
              </a:buClr>
              <a:buSzPts val="3600"/>
              <a:buNone/>
              <a:defRPr sz="3600">
                <a:solidFill>
                  <a:schemeClr val="accent5"/>
                </a:solidFill>
              </a:defRPr>
            </a:lvl3pPr>
            <a:lvl4pPr lvl="3" algn="ctr" rtl="0">
              <a:spcBef>
                <a:spcPts val="0"/>
              </a:spcBef>
              <a:spcAft>
                <a:spcPts val="0"/>
              </a:spcAft>
              <a:buClr>
                <a:schemeClr val="accent5"/>
              </a:buClr>
              <a:buSzPts val="3600"/>
              <a:buNone/>
              <a:defRPr sz="3600">
                <a:solidFill>
                  <a:schemeClr val="accent5"/>
                </a:solidFill>
              </a:defRPr>
            </a:lvl4pPr>
            <a:lvl5pPr lvl="4" algn="ctr" rtl="0">
              <a:spcBef>
                <a:spcPts val="0"/>
              </a:spcBef>
              <a:spcAft>
                <a:spcPts val="0"/>
              </a:spcAft>
              <a:buClr>
                <a:schemeClr val="accent5"/>
              </a:buClr>
              <a:buSzPts val="3600"/>
              <a:buNone/>
              <a:defRPr sz="3600">
                <a:solidFill>
                  <a:schemeClr val="accent5"/>
                </a:solidFill>
              </a:defRPr>
            </a:lvl5pPr>
            <a:lvl6pPr lvl="5" algn="ctr" rtl="0">
              <a:spcBef>
                <a:spcPts val="0"/>
              </a:spcBef>
              <a:spcAft>
                <a:spcPts val="0"/>
              </a:spcAft>
              <a:buClr>
                <a:schemeClr val="accent5"/>
              </a:buClr>
              <a:buSzPts val="3600"/>
              <a:buNone/>
              <a:defRPr sz="3600">
                <a:solidFill>
                  <a:schemeClr val="accent5"/>
                </a:solidFill>
              </a:defRPr>
            </a:lvl6pPr>
            <a:lvl7pPr lvl="6" algn="ctr" rtl="0">
              <a:spcBef>
                <a:spcPts val="0"/>
              </a:spcBef>
              <a:spcAft>
                <a:spcPts val="0"/>
              </a:spcAft>
              <a:buClr>
                <a:schemeClr val="accent5"/>
              </a:buClr>
              <a:buSzPts val="3600"/>
              <a:buNone/>
              <a:defRPr sz="3600">
                <a:solidFill>
                  <a:schemeClr val="accent5"/>
                </a:solidFill>
              </a:defRPr>
            </a:lvl7pPr>
            <a:lvl8pPr lvl="7" algn="ctr" rtl="0">
              <a:spcBef>
                <a:spcPts val="0"/>
              </a:spcBef>
              <a:spcAft>
                <a:spcPts val="0"/>
              </a:spcAft>
              <a:buClr>
                <a:schemeClr val="accent5"/>
              </a:buClr>
              <a:buSzPts val="3600"/>
              <a:buNone/>
              <a:defRPr sz="3600">
                <a:solidFill>
                  <a:schemeClr val="accent5"/>
                </a:solidFill>
              </a:defRPr>
            </a:lvl8pPr>
            <a:lvl9pPr lvl="8" algn="ctr" rtl="0">
              <a:spcBef>
                <a:spcPts val="0"/>
              </a:spcBef>
              <a:spcAft>
                <a:spcPts val="0"/>
              </a:spcAft>
              <a:buClr>
                <a:schemeClr val="accent5"/>
              </a:buClr>
              <a:buSzPts val="3600"/>
              <a:buNone/>
              <a:defRPr sz="3600">
                <a:solidFill>
                  <a:schemeClr val="accent5"/>
                </a:solidFill>
              </a:defRPr>
            </a:lvl9pPr>
          </a:lstStyle>
          <a:p>
            <a:r>
              <a:t>xx%</a:t>
            </a:r>
          </a:p>
        </p:txBody>
      </p:sp>
      <p:sp>
        <p:nvSpPr>
          <p:cNvPr id="313" name="Google Shape;313;p41"/>
          <p:cNvSpPr txBox="1">
            <a:spLocks noGrp="1"/>
          </p:cNvSpPr>
          <p:nvPr>
            <p:ph type="title" idx="6"/>
          </p:nvPr>
        </p:nvSpPr>
        <p:spPr>
          <a:xfrm>
            <a:off x="714125" y="546825"/>
            <a:ext cx="7660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314" name="Google Shape;314;p41"/>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1">
  <p:cSld name="SECTION_HEADER_1_3_1_2">
    <p:bg>
      <p:bgPr>
        <a:solidFill>
          <a:schemeClr val="lt2"/>
        </a:solidFill>
        <a:effectLst/>
      </p:bgPr>
    </p:bg>
    <p:spTree>
      <p:nvGrpSpPr>
        <p:cNvPr id="1" name="Shape 315"/>
        <p:cNvGrpSpPr/>
        <p:nvPr/>
      </p:nvGrpSpPr>
      <p:grpSpPr>
        <a:xfrm>
          <a:off x="0" y="0"/>
          <a:ext cx="0" cy="0"/>
          <a:chOff x="0" y="0"/>
          <a:chExt cx="0" cy="0"/>
        </a:xfrm>
      </p:grpSpPr>
      <p:pic>
        <p:nvPicPr>
          <p:cNvPr id="316" name="Google Shape;316;p42"/>
          <p:cNvPicPr preferRelativeResize="0"/>
          <p:nvPr/>
        </p:nvPicPr>
        <p:blipFill>
          <a:blip r:embed="rId2">
            <a:alphaModFix amt="75000"/>
          </a:blip>
          <a:stretch>
            <a:fillRect/>
          </a:stretch>
        </p:blipFill>
        <p:spPr>
          <a:xfrm flipH="1">
            <a:off x="7083550" y="0"/>
            <a:ext cx="2060450" cy="1984276"/>
          </a:xfrm>
          <a:prstGeom prst="rect">
            <a:avLst/>
          </a:prstGeom>
          <a:noFill/>
          <a:ln>
            <a:noFill/>
          </a:ln>
        </p:spPr>
      </p:pic>
      <p:pic>
        <p:nvPicPr>
          <p:cNvPr id="317" name="Google Shape;317;p42"/>
          <p:cNvPicPr preferRelativeResize="0"/>
          <p:nvPr/>
        </p:nvPicPr>
        <p:blipFill>
          <a:blip r:embed="rId2">
            <a:alphaModFix amt="75000"/>
          </a:blip>
          <a:stretch>
            <a:fillRect/>
          </a:stretch>
        </p:blipFill>
        <p:spPr>
          <a:xfrm rot="10800000" flipH="1">
            <a:off x="0" y="3159225"/>
            <a:ext cx="2060450" cy="1984276"/>
          </a:xfrm>
          <a:prstGeom prst="rect">
            <a:avLst/>
          </a:prstGeom>
          <a:noFill/>
          <a:ln>
            <a:noFill/>
          </a:ln>
        </p:spPr>
      </p:pic>
      <p:sp>
        <p:nvSpPr>
          <p:cNvPr id="318" name="Google Shape;318;p42"/>
          <p:cNvSpPr txBox="1">
            <a:spLocks noGrp="1"/>
          </p:cNvSpPr>
          <p:nvPr>
            <p:ph type="title"/>
          </p:nvPr>
        </p:nvSpPr>
        <p:spPr>
          <a:xfrm>
            <a:off x="714125" y="546825"/>
            <a:ext cx="7660500" cy="36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400"/>
              <a:buNone/>
              <a:defRPr sz="3000"/>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319" name="Google Shape;319;p42"/>
          <p:cNvSpPr txBox="1">
            <a:spLocks noGrp="1"/>
          </p:cNvSpPr>
          <p:nvPr>
            <p:ph type="title" idx="2" hasCustomPrompt="1"/>
          </p:nvPr>
        </p:nvSpPr>
        <p:spPr>
          <a:xfrm>
            <a:off x="4418025" y="1664575"/>
            <a:ext cx="4010100" cy="738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3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20" name="Google Shape;320;p42"/>
          <p:cNvSpPr txBox="1">
            <a:spLocks noGrp="1"/>
          </p:cNvSpPr>
          <p:nvPr>
            <p:ph type="subTitle" idx="1"/>
          </p:nvPr>
        </p:nvSpPr>
        <p:spPr>
          <a:xfrm>
            <a:off x="4417875" y="2325475"/>
            <a:ext cx="4010400" cy="44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160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
        <p:nvSpPr>
          <p:cNvPr id="321" name="Google Shape;321;p42"/>
          <p:cNvSpPr txBox="1">
            <a:spLocks noGrp="1"/>
          </p:cNvSpPr>
          <p:nvPr>
            <p:ph type="title" idx="3" hasCustomPrompt="1"/>
          </p:nvPr>
        </p:nvSpPr>
        <p:spPr>
          <a:xfrm>
            <a:off x="4418350" y="3273100"/>
            <a:ext cx="4010100" cy="738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3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22" name="Google Shape;322;p42"/>
          <p:cNvSpPr txBox="1">
            <a:spLocks noGrp="1"/>
          </p:cNvSpPr>
          <p:nvPr>
            <p:ph type="subTitle" idx="4"/>
          </p:nvPr>
        </p:nvSpPr>
        <p:spPr>
          <a:xfrm>
            <a:off x="4417875" y="3934001"/>
            <a:ext cx="4010400" cy="44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1600"/>
              </a:spcBef>
              <a:spcAft>
                <a:spcPts val="0"/>
              </a:spcAft>
              <a:buSzPts val="1800"/>
              <a:buNone/>
              <a:defRPr/>
            </a:lvl2pPr>
            <a:lvl3pPr lvl="2" algn="ctr" rtl="0">
              <a:lnSpc>
                <a:spcPct val="100000"/>
              </a:lnSpc>
              <a:spcBef>
                <a:spcPts val="1600"/>
              </a:spcBef>
              <a:spcAft>
                <a:spcPts val="0"/>
              </a:spcAft>
              <a:buSzPts val="1800"/>
              <a:buNone/>
              <a:defRPr/>
            </a:lvl3pPr>
            <a:lvl4pPr lvl="3" algn="ctr" rtl="0">
              <a:lnSpc>
                <a:spcPct val="100000"/>
              </a:lnSpc>
              <a:spcBef>
                <a:spcPts val="1600"/>
              </a:spcBef>
              <a:spcAft>
                <a:spcPts val="0"/>
              </a:spcAft>
              <a:buSzPts val="1800"/>
              <a:buNone/>
              <a:defRPr/>
            </a:lvl4pPr>
            <a:lvl5pPr lvl="4" algn="ctr" rtl="0">
              <a:lnSpc>
                <a:spcPct val="100000"/>
              </a:lnSpc>
              <a:spcBef>
                <a:spcPts val="1600"/>
              </a:spcBef>
              <a:spcAft>
                <a:spcPts val="0"/>
              </a:spcAft>
              <a:buSzPts val="1800"/>
              <a:buNone/>
              <a:defRPr/>
            </a:lvl5pPr>
            <a:lvl6pPr lvl="5" algn="ctr" rtl="0">
              <a:lnSpc>
                <a:spcPct val="100000"/>
              </a:lnSpc>
              <a:spcBef>
                <a:spcPts val="1600"/>
              </a:spcBef>
              <a:spcAft>
                <a:spcPts val="0"/>
              </a:spcAft>
              <a:buSzPts val="1800"/>
              <a:buNone/>
              <a:defRPr/>
            </a:lvl6pPr>
            <a:lvl7pPr lvl="6" algn="ctr" rtl="0">
              <a:lnSpc>
                <a:spcPct val="100000"/>
              </a:lnSpc>
              <a:spcBef>
                <a:spcPts val="1600"/>
              </a:spcBef>
              <a:spcAft>
                <a:spcPts val="0"/>
              </a:spcAft>
              <a:buSzPts val="1800"/>
              <a:buNone/>
              <a:defRPr/>
            </a:lvl7pPr>
            <a:lvl8pPr lvl="7" algn="ctr" rtl="0">
              <a:lnSpc>
                <a:spcPct val="100000"/>
              </a:lnSpc>
              <a:spcBef>
                <a:spcPts val="1600"/>
              </a:spcBef>
              <a:spcAft>
                <a:spcPts val="0"/>
              </a:spcAft>
              <a:buSzPts val="1800"/>
              <a:buNone/>
              <a:defRPr/>
            </a:lvl8pPr>
            <a:lvl9pPr lvl="8" algn="ctr" rtl="0">
              <a:lnSpc>
                <a:spcPct val="100000"/>
              </a:lnSpc>
              <a:spcBef>
                <a:spcPts val="1600"/>
              </a:spcBef>
              <a:spcAft>
                <a:spcPts val="1600"/>
              </a:spcAft>
              <a:buSzPts val="18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
  <p:cSld name="SECTION_HEADER_1">
    <p:bg>
      <p:bgPr>
        <a:solidFill>
          <a:schemeClr val="lt2"/>
        </a:solidFill>
        <a:effectLst/>
      </p:bgPr>
    </p:bg>
    <p:spTree>
      <p:nvGrpSpPr>
        <p:cNvPr id="1" name="Shape 323"/>
        <p:cNvGrpSpPr/>
        <p:nvPr/>
      </p:nvGrpSpPr>
      <p:grpSpPr>
        <a:xfrm>
          <a:off x="0" y="0"/>
          <a:ext cx="0" cy="0"/>
          <a:chOff x="0" y="0"/>
          <a:chExt cx="0" cy="0"/>
        </a:xfrm>
      </p:grpSpPr>
      <p:pic>
        <p:nvPicPr>
          <p:cNvPr id="324" name="Google Shape;324;p43"/>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325" name="Google Shape;325;p43"/>
          <p:cNvSpPr txBox="1">
            <a:spLocks noGrp="1"/>
          </p:cNvSpPr>
          <p:nvPr>
            <p:ph type="subTitle" idx="1"/>
          </p:nvPr>
        </p:nvSpPr>
        <p:spPr>
          <a:xfrm>
            <a:off x="2863350" y="3448131"/>
            <a:ext cx="3417300" cy="410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000"/>
            </a:lvl1pPr>
            <a:lvl2pPr lvl="1" rtl="0">
              <a:spcBef>
                <a:spcPts val="0"/>
              </a:spcBef>
              <a:spcAft>
                <a:spcPts val="0"/>
              </a:spcAft>
              <a:buNone/>
              <a:defRPr sz="2000"/>
            </a:lvl2pPr>
            <a:lvl3pPr lvl="2" rtl="0">
              <a:spcBef>
                <a:spcPts val="0"/>
              </a:spcBef>
              <a:spcAft>
                <a:spcPts val="0"/>
              </a:spcAft>
              <a:buNone/>
              <a:defRPr sz="2000"/>
            </a:lvl3pPr>
            <a:lvl4pPr lvl="3" rtl="0">
              <a:spcBef>
                <a:spcPts val="0"/>
              </a:spcBef>
              <a:spcAft>
                <a:spcPts val="0"/>
              </a:spcAft>
              <a:buNone/>
              <a:defRPr sz="2000"/>
            </a:lvl4pPr>
            <a:lvl5pPr lvl="4" rtl="0">
              <a:spcBef>
                <a:spcPts val="0"/>
              </a:spcBef>
              <a:spcAft>
                <a:spcPts val="0"/>
              </a:spcAft>
              <a:buNone/>
              <a:defRPr sz="2000"/>
            </a:lvl5pPr>
            <a:lvl6pPr lvl="5" rtl="0">
              <a:spcBef>
                <a:spcPts val="0"/>
              </a:spcBef>
              <a:spcAft>
                <a:spcPts val="0"/>
              </a:spcAft>
              <a:buNone/>
              <a:defRPr sz="2000"/>
            </a:lvl6pPr>
            <a:lvl7pPr lvl="6" rtl="0">
              <a:spcBef>
                <a:spcPts val="0"/>
              </a:spcBef>
              <a:spcAft>
                <a:spcPts val="0"/>
              </a:spcAft>
              <a:buNone/>
              <a:defRPr sz="2000"/>
            </a:lvl7pPr>
            <a:lvl8pPr lvl="7" rtl="0">
              <a:spcBef>
                <a:spcPts val="0"/>
              </a:spcBef>
              <a:spcAft>
                <a:spcPts val="0"/>
              </a:spcAft>
              <a:buNone/>
              <a:defRPr sz="2000"/>
            </a:lvl8pPr>
            <a:lvl9pPr lvl="8" rtl="0">
              <a:spcBef>
                <a:spcPts val="0"/>
              </a:spcBef>
              <a:spcAft>
                <a:spcPts val="0"/>
              </a:spcAft>
              <a:buNone/>
              <a:defRPr sz="2000"/>
            </a:lvl9pPr>
          </a:lstStyle>
          <a:p>
            <a:endParaRPr/>
          </a:p>
        </p:txBody>
      </p:sp>
      <p:sp>
        <p:nvSpPr>
          <p:cNvPr id="326" name="Google Shape;326;p43"/>
          <p:cNvSpPr txBox="1">
            <a:spLocks noGrp="1"/>
          </p:cNvSpPr>
          <p:nvPr>
            <p:ph type="title"/>
          </p:nvPr>
        </p:nvSpPr>
        <p:spPr>
          <a:xfrm>
            <a:off x="1345800" y="1284969"/>
            <a:ext cx="6452400" cy="20673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accent2"/>
              </a:buClr>
              <a:buSzPts val="2400"/>
              <a:buNone/>
              <a:defRPr sz="2900">
                <a:solidFill>
                  <a:schemeClr val="dk2"/>
                </a:solidFill>
              </a:defRPr>
            </a:lvl1pPr>
            <a:lvl2pPr lvl="1" algn="ctr" rtl="0">
              <a:spcBef>
                <a:spcPts val="0"/>
              </a:spcBef>
              <a:spcAft>
                <a:spcPts val="0"/>
              </a:spcAft>
              <a:buClr>
                <a:schemeClr val="accent2"/>
              </a:buClr>
              <a:buSzPts val="3600"/>
              <a:buNone/>
              <a:defRPr sz="3600">
                <a:solidFill>
                  <a:schemeClr val="accent2"/>
                </a:solidFill>
              </a:defRPr>
            </a:lvl2pPr>
            <a:lvl3pPr lvl="2" algn="ctr" rtl="0">
              <a:spcBef>
                <a:spcPts val="0"/>
              </a:spcBef>
              <a:spcAft>
                <a:spcPts val="0"/>
              </a:spcAft>
              <a:buClr>
                <a:schemeClr val="accent2"/>
              </a:buClr>
              <a:buSzPts val="3600"/>
              <a:buNone/>
              <a:defRPr sz="3600">
                <a:solidFill>
                  <a:schemeClr val="accent2"/>
                </a:solidFill>
              </a:defRPr>
            </a:lvl3pPr>
            <a:lvl4pPr lvl="3" algn="ctr" rtl="0">
              <a:spcBef>
                <a:spcPts val="0"/>
              </a:spcBef>
              <a:spcAft>
                <a:spcPts val="0"/>
              </a:spcAft>
              <a:buClr>
                <a:schemeClr val="accent2"/>
              </a:buClr>
              <a:buSzPts val="3600"/>
              <a:buNone/>
              <a:defRPr sz="3600">
                <a:solidFill>
                  <a:schemeClr val="accent2"/>
                </a:solidFill>
              </a:defRPr>
            </a:lvl4pPr>
            <a:lvl5pPr lvl="4" algn="ctr" rtl="0">
              <a:spcBef>
                <a:spcPts val="0"/>
              </a:spcBef>
              <a:spcAft>
                <a:spcPts val="0"/>
              </a:spcAft>
              <a:buClr>
                <a:schemeClr val="accent2"/>
              </a:buClr>
              <a:buSzPts val="3600"/>
              <a:buNone/>
              <a:defRPr sz="3600">
                <a:solidFill>
                  <a:schemeClr val="accent2"/>
                </a:solidFill>
              </a:defRPr>
            </a:lvl5pPr>
            <a:lvl6pPr lvl="5" algn="ctr" rtl="0">
              <a:spcBef>
                <a:spcPts val="0"/>
              </a:spcBef>
              <a:spcAft>
                <a:spcPts val="0"/>
              </a:spcAft>
              <a:buClr>
                <a:schemeClr val="accent2"/>
              </a:buClr>
              <a:buSzPts val="3600"/>
              <a:buNone/>
              <a:defRPr sz="3600">
                <a:solidFill>
                  <a:schemeClr val="accent2"/>
                </a:solidFill>
              </a:defRPr>
            </a:lvl6pPr>
            <a:lvl7pPr lvl="6" algn="ctr" rtl="0">
              <a:spcBef>
                <a:spcPts val="0"/>
              </a:spcBef>
              <a:spcAft>
                <a:spcPts val="0"/>
              </a:spcAft>
              <a:buClr>
                <a:schemeClr val="accent2"/>
              </a:buClr>
              <a:buSzPts val="3600"/>
              <a:buNone/>
              <a:defRPr sz="3600">
                <a:solidFill>
                  <a:schemeClr val="accent2"/>
                </a:solidFill>
              </a:defRPr>
            </a:lvl7pPr>
            <a:lvl8pPr lvl="7" algn="ctr" rtl="0">
              <a:spcBef>
                <a:spcPts val="0"/>
              </a:spcBef>
              <a:spcAft>
                <a:spcPts val="0"/>
              </a:spcAft>
              <a:buClr>
                <a:schemeClr val="accent2"/>
              </a:buClr>
              <a:buSzPts val="3600"/>
              <a:buNone/>
              <a:defRPr sz="3600">
                <a:solidFill>
                  <a:schemeClr val="accent2"/>
                </a:solidFill>
              </a:defRPr>
            </a:lvl8pPr>
            <a:lvl9pPr lvl="8" algn="ctr" rtl="0">
              <a:spcBef>
                <a:spcPts val="0"/>
              </a:spcBef>
              <a:spcAft>
                <a:spcPts val="0"/>
              </a:spcAft>
              <a:buClr>
                <a:schemeClr val="accent2"/>
              </a:buClr>
              <a:buSzPts val="3600"/>
              <a:buNone/>
              <a:defRPr sz="3600">
                <a:solidFill>
                  <a:schemeClr val="accent2"/>
                </a:solidFill>
              </a:defRPr>
            </a:lvl9pPr>
          </a:lstStyle>
          <a:p>
            <a:endParaRPr/>
          </a:p>
        </p:txBody>
      </p:sp>
      <p:sp>
        <p:nvSpPr>
          <p:cNvPr id="327" name="Google Shape;327;p43"/>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ackground">
  <p:cSld name="SECTION_HEADER_1_3_1_1">
    <p:bg>
      <p:bgPr>
        <a:solidFill>
          <a:schemeClr val="lt2"/>
        </a:solidFill>
        <a:effectLst/>
      </p:bgPr>
    </p:bg>
    <p:spTree>
      <p:nvGrpSpPr>
        <p:cNvPr id="1" name="Shape 328"/>
        <p:cNvGrpSpPr/>
        <p:nvPr/>
      </p:nvGrpSpPr>
      <p:grpSpPr>
        <a:xfrm>
          <a:off x="0" y="0"/>
          <a:ext cx="0" cy="0"/>
          <a:chOff x="0" y="0"/>
          <a:chExt cx="0" cy="0"/>
        </a:xfrm>
      </p:grpSpPr>
      <p:pic>
        <p:nvPicPr>
          <p:cNvPr id="329" name="Google Shape;329;p44"/>
          <p:cNvPicPr preferRelativeResize="0"/>
          <p:nvPr/>
        </p:nvPicPr>
        <p:blipFill>
          <a:blip r:embed="rId2">
            <a:alphaModFix amt="75000"/>
          </a:blip>
          <a:stretch>
            <a:fillRect/>
          </a:stretch>
        </p:blipFill>
        <p:spPr>
          <a:xfrm>
            <a:off x="0" y="1519237"/>
            <a:ext cx="2060450" cy="1984276"/>
          </a:xfrm>
          <a:prstGeom prst="rect">
            <a:avLst/>
          </a:prstGeom>
          <a:noFill/>
          <a:ln>
            <a:noFill/>
          </a:ln>
        </p:spPr>
      </p:pic>
      <p:pic>
        <p:nvPicPr>
          <p:cNvPr id="330" name="Google Shape;330;p44"/>
          <p:cNvPicPr preferRelativeResize="0"/>
          <p:nvPr/>
        </p:nvPicPr>
        <p:blipFill>
          <a:blip r:embed="rId2">
            <a:alphaModFix amt="75000"/>
          </a:blip>
          <a:stretch>
            <a:fillRect/>
          </a:stretch>
        </p:blipFill>
        <p:spPr>
          <a:xfrm rot="10800000">
            <a:off x="7083550" y="1639987"/>
            <a:ext cx="2060450" cy="1984276"/>
          </a:xfrm>
          <a:prstGeom prst="rect">
            <a:avLst/>
          </a:prstGeom>
          <a:noFill/>
          <a:ln>
            <a:noFill/>
          </a:ln>
        </p:spPr>
      </p:pic>
      <p:sp>
        <p:nvSpPr>
          <p:cNvPr id="331" name="Google Shape;331;p44"/>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ackground 1">
  <p:cSld name="SECTION_HEADER_1_3_1_1_1">
    <p:bg>
      <p:bgPr>
        <a:solidFill>
          <a:schemeClr val="lt2"/>
        </a:solidFill>
        <a:effectLst/>
      </p:bgPr>
    </p:bg>
    <p:spTree>
      <p:nvGrpSpPr>
        <p:cNvPr id="1" name="Shape 332"/>
        <p:cNvGrpSpPr/>
        <p:nvPr/>
      </p:nvGrpSpPr>
      <p:grpSpPr>
        <a:xfrm>
          <a:off x="0" y="0"/>
          <a:ext cx="0" cy="0"/>
          <a:chOff x="0" y="0"/>
          <a:chExt cx="0" cy="0"/>
        </a:xfrm>
      </p:grpSpPr>
      <p:sp>
        <p:nvSpPr>
          <p:cNvPr id="333" name="Google Shape;333;p45"/>
          <p:cNvSpPr/>
          <p:nvPr/>
        </p:nvSpPr>
        <p:spPr>
          <a:xfrm flipH="1">
            <a:off x="226985" y="206940"/>
            <a:ext cx="8690031" cy="4729620"/>
          </a:xfrm>
          <a:custGeom>
            <a:avLst/>
            <a:gdLst/>
            <a:ahLst/>
            <a:cxnLst/>
            <a:rect l="l" t="t" r="r" b="b"/>
            <a:pathLst>
              <a:path w="284476" h="182031" fill="none" extrusionOk="0">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w="269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4" name="Google Shape;334;p45"/>
          <p:cNvPicPr preferRelativeResize="0"/>
          <p:nvPr/>
        </p:nvPicPr>
        <p:blipFill>
          <a:blip r:embed="rId2">
            <a:alphaModFix amt="55000"/>
          </a:blip>
          <a:stretch>
            <a:fillRect/>
          </a:stretch>
        </p:blipFill>
        <p:spPr>
          <a:xfrm>
            <a:off x="2209800" y="0"/>
            <a:ext cx="2105025" cy="2172326"/>
          </a:xfrm>
          <a:prstGeom prst="rect">
            <a:avLst/>
          </a:prstGeom>
          <a:noFill/>
          <a:ln>
            <a:noFill/>
          </a:ln>
        </p:spPr>
      </p:pic>
      <p:pic>
        <p:nvPicPr>
          <p:cNvPr id="335" name="Google Shape;335;p45"/>
          <p:cNvPicPr preferRelativeResize="0"/>
          <p:nvPr/>
        </p:nvPicPr>
        <p:blipFill>
          <a:blip r:embed="rId2">
            <a:alphaModFix amt="55000"/>
          </a:blip>
          <a:stretch>
            <a:fillRect/>
          </a:stretch>
        </p:blipFill>
        <p:spPr>
          <a:xfrm rot="10800000" flipH="1">
            <a:off x="4829175" y="2971175"/>
            <a:ext cx="2105025" cy="217232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2pPr>
            <a:lvl3pPr marL="1371600" lvl="2"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3pPr>
            <a:lvl4pPr marL="1828800" lvl="3"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4pPr>
            <a:lvl5pPr marL="2286000" lvl="4"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5pPr>
            <a:lvl6pPr marL="2743200" lvl="5"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6pPr>
            <a:lvl7pPr marL="3200400" lvl="6"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7pPr>
            <a:lvl8pPr marL="3657600" lvl="7" indent="-342900">
              <a:lnSpc>
                <a:spcPct val="115000"/>
              </a:lnSpc>
              <a:spcBef>
                <a:spcPts val="1600"/>
              </a:spcBef>
              <a:spcAft>
                <a:spcPts val="0"/>
              </a:spcAft>
              <a:buClr>
                <a:schemeClr val="dk2"/>
              </a:buClr>
              <a:buSzPts val="1800"/>
              <a:buFont typeface="Roboto"/>
              <a:buChar char="○"/>
              <a:defRPr sz="1800">
                <a:solidFill>
                  <a:schemeClr val="dk2"/>
                </a:solidFill>
                <a:latin typeface="Roboto"/>
                <a:ea typeface="Roboto"/>
                <a:cs typeface="Roboto"/>
                <a:sym typeface="Roboto"/>
              </a:defRPr>
            </a:lvl8pPr>
            <a:lvl9pPr marL="4114800" lvl="8" indent="-342900">
              <a:lnSpc>
                <a:spcPct val="115000"/>
              </a:lnSpc>
              <a:spcBef>
                <a:spcPts val="1600"/>
              </a:spcBef>
              <a:spcAft>
                <a:spcPts val="1600"/>
              </a:spcAft>
              <a:buClr>
                <a:schemeClr val="dk2"/>
              </a:buClr>
              <a:buSzPts val="1800"/>
              <a:buFont typeface="Roboto"/>
              <a:buChar char="■"/>
              <a:defRPr sz="1800">
                <a:solidFill>
                  <a:schemeClr val="dk2"/>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38">
          <p15:clr>
            <a:srgbClr val="EA4335"/>
          </p15:clr>
        </p15:guide>
        <p15:guide id="2" orient="horz" pos="2903">
          <p15:clr>
            <a:srgbClr val="EA4335"/>
          </p15:clr>
        </p15:guide>
        <p15:guide id="3" pos="451">
          <p15:clr>
            <a:srgbClr val="EA4335"/>
          </p15:clr>
        </p15:guide>
        <p15:guide id="4" pos="5309">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6"/>
          <p:cNvSpPr txBox="1">
            <a:spLocks noGrp="1"/>
          </p:cNvSpPr>
          <p:nvPr>
            <p:ph type="ctrTitle"/>
          </p:nvPr>
        </p:nvSpPr>
        <p:spPr>
          <a:xfrm>
            <a:off x="378125" y="559825"/>
            <a:ext cx="8384700" cy="100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300"/>
              <a:t>Engineering Design Process (EP60042)</a:t>
            </a:r>
            <a:endParaRPr sz="3300">
              <a:solidFill>
                <a:schemeClr val="dk2"/>
              </a:solidFill>
            </a:endParaRPr>
          </a:p>
        </p:txBody>
      </p:sp>
      <p:sp>
        <p:nvSpPr>
          <p:cNvPr id="341" name="Google Shape;341;p46"/>
          <p:cNvSpPr txBox="1">
            <a:spLocks noGrp="1"/>
          </p:cNvSpPr>
          <p:nvPr>
            <p:ph type="subTitle" idx="1"/>
          </p:nvPr>
        </p:nvSpPr>
        <p:spPr>
          <a:xfrm>
            <a:off x="1475725" y="1788300"/>
            <a:ext cx="6247200" cy="57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a:t>Topic: Digital renting Library and Offline Book Café</a:t>
            </a:r>
            <a:endParaRPr sz="2000"/>
          </a:p>
        </p:txBody>
      </p:sp>
      <p:grpSp>
        <p:nvGrpSpPr>
          <p:cNvPr id="342" name="Google Shape;342;p46"/>
          <p:cNvGrpSpPr/>
          <p:nvPr/>
        </p:nvGrpSpPr>
        <p:grpSpPr>
          <a:xfrm>
            <a:off x="627155" y="3193161"/>
            <a:ext cx="2278333" cy="1368155"/>
            <a:chOff x="953187" y="2352950"/>
            <a:chExt cx="4174300" cy="2424517"/>
          </a:xfrm>
        </p:grpSpPr>
        <p:sp>
          <p:nvSpPr>
            <p:cNvPr id="343" name="Google Shape;343;p46"/>
            <p:cNvSpPr/>
            <p:nvPr/>
          </p:nvSpPr>
          <p:spPr>
            <a:xfrm>
              <a:off x="953187" y="4251247"/>
              <a:ext cx="4174300" cy="526220"/>
            </a:xfrm>
            <a:custGeom>
              <a:avLst/>
              <a:gdLst/>
              <a:ahLst/>
              <a:cxnLst/>
              <a:rect l="l" t="t" r="r" b="b"/>
              <a:pathLst>
                <a:path w="166972" h="15234" extrusionOk="0">
                  <a:moveTo>
                    <a:pt x="83486" y="1"/>
                  </a:moveTo>
                  <a:cubicBezTo>
                    <a:pt x="37370" y="1"/>
                    <a:pt x="1" y="3411"/>
                    <a:pt x="1" y="7617"/>
                  </a:cubicBezTo>
                  <a:cubicBezTo>
                    <a:pt x="1" y="11823"/>
                    <a:pt x="37370" y="15233"/>
                    <a:pt x="83486" y="15233"/>
                  </a:cubicBezTo>
                  <a:cubicBezTo>
                    <a:pt x="129602" y="15233"/>
                    <a:pt x="166971" y="11823"/>
                    <a:pt x="166971" y="7617"/>
                  </a:cubicBezTo>
                  <a:cubicBezTo>
                    <a:pt x="166971" y="3411"/>
                    <a:pt x="129602" y="1"/>
                    <a:pt x="834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6"/>
            <p:cNvSpPr/>
            <p:nvPr/>
          </p:nvSpPr>
          <p:spPr>
            <a:xfrm>
              <a:off x="3151725" y="3745425"/>
              <a:ext cx="1626850" cy="696250"/>
            </a:xfrm>
            <a:custGeom>
              <a:avLst/>
              <a:gdLst/>
              <a:ahLst/>
              <a:cxnLst/>
              <a:rect l="l" t="t" r="r" b="b"/>
              <a:pathLst>
                <a:path w="65074" h="27850" extrusionOk="0">
                  <a:moveTo>
                    <a:pt x="1" y="1"/>
                  </a:moveTo>
                  <a:lnTo>
                    <a:pt x="1" y="27850"/>
                  </a:lnTo>
                  <a:lnTo>
                    <a:pt x="65073" y="27850"/>
                  </a:lnTo>
                  <a:lnTo>
                    <a:pt x="65073" y="25025"/>
                  </a:lnTo>
                  <a:lnTo>
                    <a:pt x="56808" y="25025"/>
                  </a:lnTo>
                  <a:lnTo>
                    <a:pt x="56808" y="2825"/>
                  </a:lnTo>
                  <a:lnTo>
                    <a:pt x="65073" y="2825"/>
                  </a:lnTo>
                  <a:lnTo>
                    <a:pt x="650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6"/>
            <p:cNvSpPr/>
            <p:nvPr/>
          </p:nvSpPr>
          <p:spPr>
            <a:xfrm>
              <a:off x="1524925" y="3745425"/>
              <a:ext cx="1626825" cy="696250"/>
            </a:xfrm>
            <a:custGeom>
              <a:avLst/>
              <a:gdLst/>
              <a:ahLst/>
              <a:cxnLst/>
              <a:rect l="l" t="t" r="r" b="b"/>
              <a:pathLst>
                <a:path w="65073" h="27850" extrusionOk="0">
                  <a:moveTo>
                    <a:pt x="0" y="1"/>
                  </a:moveTo>
                  <a:lnTo>
                    <a:pt x="0" y="27850"/>
                  </a:lnTo>
                  <a:lnTo>
                    <a:pt x="65073" y="27850"/>
                  </a:lnTo>
                  <a:lnTo>
                    <a:pt x="650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6"/>
            <p:cNvSpPr/>
            <p:nvPr/>
          </p:nvSpPr>
          <p:spPr>
            <a:xfrm>
              <a:off x="1371125" y="3745425"/>
              <a:ext cx="308125" cy="696250"/>
            </a:xfrm>
            <a:custGeom>
              <a:avLst/>
              <a:gdLst/>
              <a:ahLst/>
              <a:cxnLst/>
              <a:rect l="l" t="t" r="r" b="b"/>
              <a:pathLst>
                <a:path w="12325" h="27850" extrusionOk="0">
                  <a:moveTo>
                    <a:pt x="6152" y="1"/>
                  </a:moveTo>
                  <a:cubicBezTo>
                    <a:pt x="2763" y="1"/>
                    <a:pt x="1" y="6236"/>
                    <a:pt x="1" y="13936"/>
                  </a:cubicBezTo>
                  <a:cubicBezTo>
                    <a:pt x="1" y="21615"/>
                    <a:pt x="2763" y="27850"/>
                    <a:pt x="6152" y="27850"/>
                  </a:cubicBezTo>
                  <a:cubicBezTo>
                    <a:pt x="9563" y="27850"/>
                    <a:pt x="12325" y="21615"/>
                    <a:pt x="12325" y="13936"/>
                  </a:cubicBezTo>
                  <a:cubicBezTo>
                    <a:pt x="12325" y="6236"/>
                    <a:pt x="9563" y="1"/>
                    <a:pt x="61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6"/>
            <p:cNvSpPr/>
            <p:nvPr/>
          </p:nvSpPr>
          <p:spPr>
            <a:xfrm>
              <a:off x="2992725" y="3745425"/>
              <a:ext cx="307600" cy="696250"/>
            </a:xfrm>
            <a:custGeom>
              <a:avLst/>
              <a:gdLst/>
              <a:ahLst/>
              <a:cxnLst/>
              <a:rect l="l" t="t" r="r" b="b"/>
              <a:pathLst>
                <a:path w="12304" h="27850" extrusionOk="0">
                  <a:moveTo>
                    <a:pt x="6152" y="1"/>
                  </a:moveTo>
                  <a:cubicBezTo>
                    <a:pt x="2741" y="1"/>
                    <a:pt x="0" y="6236"/>
                    <a:pt x="0" y="13936"/>
                  </a:cubicBezTo>
                  <a:cubicBezTo>
                    <a:pt x="0" y="21615"/>
                    <a:pt x="2741" y="27850"/>
                    <a:pt x="6152" y="27850"/>
                  </a:cubicBezTo>
                  <a:cubicBezTo>
                    <a:pt x="9541" y="27850"/>
                    <a:pt x="12303" y="21615"/>
                    <a:pt x="12303" y="13936"/>
                  </a:cubicBezTo>
                  <a:cubicBezTo>
                    <a:pt x="12303" y="6236"/>
                    <a:pt x="9541" y="1"/>
                    <a:pt x="61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6"/>
            <p:cNvSpPr/>
            <p:nvPr/>
          </p:nvSpPr>
          <p:spPr>
            <a:xfrm>
              <a:off x="3099950" y="3816050"/>
              <a:ext cx="245350" cy="555025"/>
            </a:xfrm>
            <a:custGeom>
              <a:avLst/>
              <a:gdLst/>
              <a:ahLst/>
              <a:cxnLst/>
              <a:rect l="l" t="t" r="r" b="b"/>
              <a:pathLst>
                <a:path w="9814" h="22201" extrusionOk="0">
                  <a:moveTo>
                    <a:pt x="4917" y="0"/>
                  </a:moveTo>
                  <a:cubicBezTo>
                    <a:pt x="2197" y="0"/>
                    <a:pt x="0" y="4980"/>
                    <a:pt x="0" y="11111"/>
                  </a:cubicBezTo>
                  <a:cubicBezTo>
                    <a:pt x="0" y="17241"/>
                    <a:pt x="2197" y="22200"/>
                    <a:pt x="4917" y="22200"/>
                  </a:cubicBezTo>
                  <a:cubicBezTo>
                    <a:pt x="7617" y="22200"/>
                    <a:pt x="9814" y="17241"/>
                    <a:pt x="9814" y="11111"/>
                  </a:cubicBezTo>
                  <a:cubicBezTo>
                    <a:pt x="9814" y="4980"/>
                    <a:pt x="7617" y="0"/>
                    <a:pt x="49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6"/>
            <p:cNvSpPr/>
            <p:nvPr/>
          </p:nvSpPr>
          <p:spPr>
            <a:xfrm>
              <a:off x="3222875" y="3816050"/>
              <a:ext cx="1497100" cy="555025"/>
            </a:xfrm>
            <a:custGeom>
              <a:avLst/>
              <a:gdLst/>
              <a:ahLst/>
              <a:cxnLst/>
              <a:rect l="l" t="t" r="r" b="b"/>
              <a:pathLst>
                <a:path w="59884" h="22201" extrusionOk="0">
                  <a:moveTo>
                    <a:pt x="0" y="0"/>
                  </a:moveTo>
                  <a:lnTo>
                    <a:pt x="0" y="22200"/>
                  </a:lnTo>
                  <a:lnTo>
                    <a:pt x="59884" y="22200"/>
                  </a:lnTo>
                  <a:cubicBezTo>
                    <a:pt x="58587" y="22200"/>
                    <a:pt x="57519" y="17241"/>
                    <a:pt x="57519" y="11111"/>
                  </a:cubicBezTo>
                  <a:cubicBezTo>
                    <a:pt x="57519" y="4980"/>
                    <a:pt x="58587" y="0"/>
                    <a:pt x="59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6"/>
            <p:cNvSpPr/>
            <p:nvPr/>
          </p:nvSpPr>
          <p:spPr>
            <a:xfrm>
              <a:off x="4753950" y="3745425"/>
              <a:ext cx="49200" cy="70650"/>
            </a:xfrm>
            <a:custGeom>
              <a:avLst/>
              <a:gdLst/>
              <a:ahLst/>
              <a:cxnLst/>
              <a:rect l="l" t="t" r="r" b="b"/>
              <a:pathLst>
                <a:path w="1968" h="2826" extrusionOk="0">
                  <a:moveTo>
                    <a:pt x="984" y="1"/>
                  </a:moveTo>
                  <a:cubicBezTo>
                    <a:pt x="440" y="1"/>
                    <a:pt x="1" y="628"/>
                    <a:pt x="1" y="1423"/>
                  </a:cubicBezTo>
                  <a:cubicBezTo>
                    <a:pt x="1" y="2198"/>
                    <a:pt x="440" y="2825"/>
                    <a:pt x="984" y="2825"/>
                  </a:cubicBezTo>
                  <a:cubicBezTo>
                    <a:pt x="1528" y="2825"/>
                    <a:pt x="1968" y="2198"/>
                    <a:pt x="1968" y="1423"/>
                  </a:cubicBezTo>
                  <a:cubicBezTo>
                    <a:pt x="1968" y="628"/>
                    <a:pt x="1528" y="1"/>
                    <a:pt x="9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6"/>
            <p:cNvSpPr/>
            <p:nvPr/>
          </p:nvSpPr>
          <p:spPr>
            <a:xfrm>
              <a:off x="4753950" y="4371050"/>
              <a:ext cx="49200" cy="70625"/>
            </a:xfrm>
            <a:custGeom>
              <a:avLst/>
              <a:gdLst/>
              <a:ahLst/>
              <a:cxnLst/>
              <a:rect l="l" t="t" r="r" b="b"/>
              <a:pathLst>
                <a:path w="1968" h="2825" extrusionOk="0">
                  <a:moveTo>
                    <a:pt x="984" y="0"/>
                  </a:moveTo>
                  <a:cubicBezTo>
                    <a:pt x="440" y="0"/>
                    <a:pt x="1" y="628"/>
                    <a:pt x="1" y="1423"/>
                  </a:cubicBezTo>
                  <a:cubicBezTo>
                    <a:pt x="1" y="2197"/>
                    <a:pt x="440" y="2825"/>
                    <a:pt x="984" y="2825"/>
                  </a:cubicBezTo>
                  <a:cubicBezTo>
                    <a:pt x="1528" y="2825"/>
                    <a:pt x="1968" y="2197"/>
                    <a:pt x="1968" y="1423"/>
                  </a:cubicBezTo>
                  <a:cubicBezTo>
                    <a:pt x="1968" y="628"/>
                    <a:pt x="1528" y="0"/>
                    <a:pt x="9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6"/>
            <p:cNvSpPr/>
            <p:nvPr/>
          </p:nvSpPr>
          <p:spPr>
            <a:xfrm>
              <a:off x="3345275" y="3941600"/>
              <a:ext cx="205075" cy="320675"/>
            </a:xfrm>
            <a:custGeom>
              <a:avLst/>
              <a:gdLst/>
              <a:ahLst/>
              <a:cxnLst/>
              <a:rect l="l" t="t" r="r" b="b"/>
              <a:pathLst>
                <a:path w="8203" h="12827" extrusionOk="0">
                  <a:moveTo>
                    <a:pt x="1" y="0"/>
                  </a:moveTo>
                  <a:lnTo>
                    <a:pt x="1" y="12826"/>
                  </a:lnTo>
                  <a:lnTo>
                    <a:pt x="4102" y="9123"/>
                  </a:lnTo>
                  <a:lnTo>
                    <a:pt x="8203" y="12826"/>
                  </a:lnTo>
                  <a:lnTo>
                    <a:pt x="8203" y="0"/>
                  </a:lnTo>
                  <a:close/>
                </a:path>
              </a:pathLst>
            </a:custGeom>
            <a:solidFill>
              <a:srgbClr val="EF5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6"/>
            <p:cNvSpPr/>
            <p:nvPr/>
          </p:nvSpPr>
          <p:spPr>
            <a:xfrm>
              <a:off x="2862975" y="3049200"/>
              <a:ext cx="1626850" cy="696250"/>
            </a:xfrm>
            <a:custGeom>
              <a:avLst/>
              <a:gdLst/>
              <a:ahLst/>
              <a:cxnLst/>
              <a:rect l="l" t="t" r="r" b="b"/>
              <a:pathLst>
                <a:path w="65074" h="27850" extrusionOk="0">
                  <a:moveTo>
                    <a:pt x="1" y="0"/>
                  </a:moveTo>
                  <a:lnTo>
                    <a:pt x="1" y="27850"/>
                  </a:lnTo>
                  <a:lnTo>
                    <a:pt x="65073" y="27850"/>
                  </a:lnTo>
                  <a:lnTo>
                    <a:pt x="65073" y="25025"/>
                  </a:lnTo>
                  <a:lnTo>
                    <a:pt x="56809" y="25025"/>
                  </a:lnTo>
                  <a:lnTo>
                    <a:pt x="56809" y="2825"/>
                  </a:lnTo>
                  <a:lnTo>
                    <a:pt x="65073" y="2825"/>
                  </a:lnTo>
                  <a:lnTo>
                    <a:pt x="65073" y="0"/>
                  </a:lnTo>
                  <a:close/>
                </a:path>
              </a:pathLst>
            </a:custGeom>
            <a:solidFill>
              <a:srgbClr val="9B74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6"/>
            <p:cNvSpPr/>
            <p:nvPr/>
          </p:nvSpPr>
          <p:spPr>
            <a:xfrm>
              <a:off x="1236175" y="3049200"/>
              <a:ext cx="1626825" cy="696250"/>
            </a:xfrm>
            <a:custGeom>
              <a:avLst/>
              <a:gdLst/>
              <a:ahLst/>
              <a:cxnLst/>
              <a:rect l="l" t="t" r="r" b="b"/>
              <a:pathLst>
                <a:path w="65073" h="27850" extrusionOk="0">
                  <a:moveTo>
                    <a:pt x="1" y="0"/>
                  </a:moveTo>
                  <a:lnTo>
                    <a:pt x="1" y="27850"/>
                  </a:lnTo>
                  <a:lnTo>
                    <a:pt x="65073" y="27850"/>
                  </a:lnTo>
                  <a:lnTo>
                    <a:pt x="65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6"/>
            <p:cNvSpPr/>
            <p:nvPr/>
          </p:nvSpPr>
          <p:spPr>
            <a:xfrm>
              <a:off x="1082375" y="3049200"/>
              <a:ext cx="307625" cy="696250"/>
            </a:xfrm>
            <a:custGeom>
              <a:avLst/>
              <a:gdLst/>
              <a:ahLst/>
              <a:cxnLst/>
              <a:rect l="l" t="t" r="r" b="b"/>
              <a:pathLst>
                <a:path w="12305" h="27850" extrusionOk="0">
                  <a:moveTo>
                    <a:pt x="6153" y="0"/>
                  </a:moveTo>
                  <a:cubicBezTo>
                    <a:pt x="2763" y="0"/>
                    <a:pt x="1" y="6236"/>
                    <a:pt x="1" y="13915"/>
                  </a:cubicBezTo>
                  <a:cubicBezTo>
                    <a:pt x="1" y="21614"/>
                    <a:pt x="2763" y="27850"/>
                    <a:pt x="6153" y="27850"/>
                  </a:cubicBezTo>
                  <a:cubicBezTo>
                    <a:pt x="9563" y="27850"/>
                    <a:pt x="12304" y="21614"/>
                    <a:pt x="12304" y="13915"/>
                  </a:cubicBezTo>
                  <a:cubicBezTo>
                    <a:pt x="12304" y="6236"/>
                    <a:pt x="9563" y="0"/>
                    <a:pt x="61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6"/>
            <p:cNvSpPr/>
            <p:nvPr/>
          </p:nvSpPr>
          <p:spPr>
            <a:xfrm>
              <a:off x="2703450" y="3049200"/>
              <a:ext cx="308125" cy="696250"/>
            </a:xfrm>
            <a:custGeom>
              <a:avLst/>
              <a:gdLst/>
              <a:ahLst/>
              <a:cxnLst/>
              <a:rect l="l" t="t" r="r" b="b"/>
              <a:pathLst>
                <a:path w="12325" h="27850" extrusionOk="0">
                  <a:moveTo>
                    <a:pt x="6173" y="0"/>
                  </a:moveTo>
                  <a:cubicBezTo>
                    <a:pt x="2762" y="0"/>
                    <a:pt x="0" y="6236"/>
                    <a:pt x="0" y="13915"/>
                  </a:cubicBezTo>
                  <a:cubicBezTo>
                    <a:pt x="0" y="21614"/>
                    <a:pt x="2762" y="27850"/>
                    <a:pt x="6173" y="27850"/>
                  </a:cubicBezTo>
                  <a:cubicBezTo>
                    <a:pt x="9562" y="27850"/>
                    <a:pt x="12324" y="21614"/>
                    <a:pt x="12324" y="13915"/>
                  </a:cubicBezTo>
                  <a:cubicBezTo>
                    <a:pt x="12324" y="6236"/>
                    <a:pt x="9562" y="0"/>
                    <a:pt x="6173" y="0"/>
                  </a:cubicBezTo>
                  <a:close/>
                </a:path>
              </a:pathLst>
            </a:custGeom>
            <a:solidFill>
              <a:srgbClr val="9B74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6"/>
            <p:cNvSpPr/>
            <p:nvPr/>
          </p:nvSpPr>
          <p:spPr>
            <a:xfrm>
              <a:off x="2811200" y="3119825"/>
              <a:ext cx="245350" cy="555000"/>
            </a:xfrm>
            <a:custGeom>
              <a:avLst/>
              <a:gdLst/>
              <a:ahLst/>
              <a:cxnLst/>
              <a:rect l="l" t="t" r="r" b="b"/>
              <a:pathLst>
                <a:path w="9814" h="22200" extrusionOk="0">
                  <a:moveTo>
                    <a:pt x="4897" y="0"/>
                  </a:moveTo>
                  <a:cubicBezTo>
                    <a:pt x="2198" y="0"/>
                    <a:pt x="1" y="4959"/>
                    <a:pt x="1" y="11090"/>
                  </a:cubicBezTo>
                  <a:cubicBezTo>
                    <a:pt x="1" y="17220"/>
                    <a:pt x="2198" y="22200"/>
                    <a:pt x="4897" y="22200"/>
                  </a:cubicBezTo>
                  <a:cubicBezTo>
                    <a:pt x="7617" y="22200"/>
                    <a:pt x="9814" y="17220"/>
                    <a:pt x="9814" y="11090"/>
                  </a:cubicBezTo>
                  <a:cubicBezTo>
                    <a:pt x="9814" y="4959"/>
                    <a:pt x="7617" y="0"/>
                    <a:pt x="4897" y="0"/>
                  </a:cubicBezTo>
                  <a:close/>
                </a:path>
              </a:pathLst>
            </a:custGeom>
            <a:solidFill>
              <a:srgbClr val="FFF9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6"/>
            <p:cNvSpPr/>
            <p:nvPr/>
          </p:nvSpPr>
          <p:spPr>
            <a:xfrm>
              <a:off x="2933600" y="3119825"/>
              <a:ext cx="1497125" cy="555000"/>
            </a:xfrm>
            <a:custGeom>
              <a:avLst/>
              <a:gdLst/>
              <a:ahLst/>
              <a:cxnLst/>
              <a:rect l="l" t="t" r="r" b="b"/>
              <a:pathLst>
                <a:path w="59885" h="22200" extrusionOk="0">
                  <a:moveTo>
                    <a:pt x="1" y="0"/>
                  </a:moveTo>
                  <a:lnTo>
                    <a:pt x="1" y="22200"/>
                  </a:lnTo>
                  <a:lnTo>
                    <a:pt x="59884" y="22200"/>
                  </a:lnTo>
                  <a:cubicBezTo>
                    <a:pt x="58587" y="22200"/>
                    <a:pt x="57541" y="17220"/>
                    <a:pt x="57541" y="11090"/>
                  </a:cubicBezTo>
                  <a:cubicBezTo>
                    <a:pt x="57541" y="4980"/>
                    <a:pt x="58587" y="0"/>
                    <a:pt x="59884" y="0"/>
                  </a:cubicBezTo>
                  <a:close/>
                </a:path>
              </a:pathLst>
            </a:custGeom>
            <a:solidFill>
              <a:srgbClr val="FFF9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6"/>
            <p:cNvSpPr/>
            <p:nvPr/>
          </p:nvSpPr>
          <p:spPr>
            <a:xfrm>
              <a:off x="4465225" y="3049200"/>
              <a:ext cx="48650" cy="70625"/>
            </a:xfrm>
            <a:custGeom>
              <a:avLst/>
              <a:gdLst/>
              <a:ahLst/>
              <a:cxnLst/>
              <a:rect l="l" t="t" r="r" b="b"/>
              <a:pathLst>
                <a:path w="1946" h="2825" extrusionOk="0">
                  <a:moveTo>
                    <a:pt x="983" y="0"/>
                  </a:moveTo>
                  <a:cubicBezTo>
                    <a:pt x="439" y="0"/>
                    <a:pt x="0" y="628"/>
                    <a:pt x="0" y="1402"/>
                  </a:cubicBezTo>
                  <a:cubicBezTo>
                    <a:pt x="0" y="2197"/>
                    <a:pt x="439" y="2825"/>
                    <a:pt x="983" y="2825"/>
                  </a:cubicBezTo>
                  <a:cubicBezTo>
                    <a:pt x="1507" y="2825"/>
                    <a:pt x="1946" y="2197"/>
                    <a:pt x="1946" y="1402"/>
                  </a:cubicBezTo>
                  <a:cubicBezTo>
                    <a:pt x="1946" y="628"/>
                    <a:pt x="1507" y="0"/>
                    <a:pt x="983" y="0"/>
                  </a:cubicBezTo>
                  <a:close/>
                </a:path>
              </a:pathLst>
            </a:custGeom>
            <a:solidFill>
              <a:srgbClr val="EF5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6"/>
            <p:cNvSpPr/>
            <p:nvPr/>
          </p:nvSpPr>
          <p:spPr>
            <a:xfrm>
              <a:off x="4465225" y="3674800"/>
              <a:ext cx="49175" cy="70650"/>
            </a:xfrm>
            <a:custGeom>
              <a:avLst/>
              <a:gdLst/>
              <a:ahLst/>
              <a:cxnLst/>
              <a:rect l="l" t="t" r="r" b="b"/>
              <a:pathLst>
                <a:path w="1967" h="2826" extrusionOk="0">
                  <a:moveTo>
                    <a:pt x="983" y="1"/>
                  </a:moveTo>
                  <a:cubicBezTo>
                    <a:pt x="439" y="1"/>
                    <a:pt x="0" y="629"/>
                    <a:pt x="0" y="1403"/>
                  </a:cubicBezTo>
                  <a:cubicBezTo>
                    <a:pt x="0" y="2198"/>
                    <a:pt x="439" y="2826"/>
                    <a:pt x="983" y="2826"/>
                  </a:cubicBezTo>
                  <a:cubicBezTo>
                    <a:pt x="1527" y="2826"/>
                    <a:pt x="1967" y="2198"/>
                    <a:pt x="1967" y="1403"/>
                  </a:cubicBezTo>
                  <a:cubicBezTo>
                    <a:pt x="1967" y="629"/>
                    <a:pt x="1527" y="1"/>
                    <a:pt x="9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6"/>
            <p:cNvSpPr/>
            <p:nvPr/>
          </p:nvSpPr>
          <p:spPr>
            <a:xfrm>
              <a:off x="3347375" y="2352950"/>
              <a:ext cx="1626300" cy="696275"/>
            </a:xfrm>
            <a:custGeom>
              <a:avLst/>
              <a:gdLst/>
              <a:ahLst/>
              <a:cxnLst/>
              <a:rect l="l" t="t" r="r" b="b"/>
              <a:pathLst>
                <a:path w="65052" h="27851" extrusionOk="0">
                  <a:moveTo>
                    <a:pt x="0" y="1"/>
                  </a:moveTo>
                  <a:lnTo>
                    <a:pt x="0" y="27850"/>
                  </a:lnTo>
                  <a:lnTo>
                    <a:pt x="65052" y="27850"/>
                  </a:lnTo>
                  <a:lnTo>
                    <a:pt x="65052" y="25005"/>
                  </a:lnTo>
                  <a:lnTo>
                    <a:pt x="56787" y="25005"/>
                  </a:lnTo>
                  <a:lnTo>
                    <a:pt x="56787" y="2826"/>
                  </a:lnTo>
                  <a:lnTo>
                    <a:pt x="65052" y="2826"/>
                  </a:lnTo>
                  <a:lnTo>
                    <a:pt x="65052" y="1"/>
                  </a:lnTo>
                  <a:close/>
                </a:path>
              </a:pathLst>
            </a:custGeom>
            <a:solidFill>
              <a:srgbClr val="71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6"/>
            <p:cNvSpPr/>
            <p:nvPr/>
          </p:nvSpPr>
          <p:spPr>
            <a:xfrm>
              <a:off x="1720550" y="2352950"/>
              <a:ext cx="1626325" cy="696275"/>
            </a:xfrm>
            <a:custGeom>
              <a:avLst/>
              <a:gdLst/>
              <a:ahLst/>
              <a:cxnLst/>
              <a:rect l="l" t="t" r="r" b="b"/>
              <a:pathLst>
                <a:path w="65053" h="27851" extrusionOk="0">
                  <a:moveTo>
                    <a:pt x="1" y="1"/>
                  </a:moveTo>
                  <a:lnTo>
                    <a:pt x="1" y="27850"/>
                  </a:lnTo>
                  <a:lnTo>
                    <a:pt x="65052" y="27850"/>
                  </a:lnTo>
                  <a:lnTo>
                    <a:pt x="650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6"/>
            <p:cNvSpPr/>
            <p:nvPr/>
          </p:nvSpPr>
          <p:spPr>
            <a:xfrm>
              <a:off x="1566250" y="2352950"/>
              <a:ext cx="308125" cy="696275"/>
            </a:xfrm>
            <a:custGeom>
              <a:avLst/>
              <a:gdLst/>
              <a:ahLst/>
              <a:cxnLst/>
              <a:rect l="l" t="t" r="r" b="b"/>
              <a:pathLst>
                <a:path w="12325" h="27851" extrusionOk="0">
                  <a:moveTo>
                    <a:pt x="6173" y="1"/>
                  </a:moveTo>
                  <a:cubicBezTo>
                    <a:pt x="2762" y="1"/>
                    <a:pt x="0" y="6236"/>
                    <a:pt x="0" y="13915"/>
                  </a:cubicBezTo>
                  <a:cubicBezTo>
                    <a:pt x="0" y="21615"/>
                    <a:pt x="2762" y="27850"/>
                    <a:pt x="6173" y="27850"/>
                  </a:cubicBezTo>
                  <a:cubicBezTo>
                    <a:pt x="9562" y="27850"/>
                    <a:pt x="12324" y="21615"/>
                    <a:pt x="12324" y="13915"/>
                  </a:cubicBezTo>
                  <a:cubicBezTo>
                    <a:pt x="12324" y="6236"/>
                    <a:pt x="9562" y="1"/>
                    <a:pt x="6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6"/>
            <p:cNvSpPr/>
            <p:nvPr/>
          </p:nvSpPr>
          <p:spPr>
            <a:xfrm>
              <a:off x="3187825" y="2352950"/>
              <a:ext cx="307600" cy="696275"/>
            </a:xfrm>
            <a:custGeom>
              <a:avLst/>
              <a:gdLst/>
              <a:ahLst/>
              <a:cxnLst/>
              <a:rect l="l" t="t" r="r" b="b"/>
              <a:pathLst>
                <a:path w="12304" h="27851" extrusionOk="0">
                  <a:moveTo>
                    <a:pt x="6152" y="1"/>
                  </a:moveTo>
                  <a:cubicBezTo>
                    <a:pt x="2762" y="1"/>
                    <a:pt x="1" y="6236"/>
                    <a:pt x="1" y="13915"/>
                  </a:cubicBezTo>
                  <a:cubicBezTo>
                    <a:pt x="1" y="21615"/>
                    <a:pt x="2762" y="27850"/>
                    <a:pt x="6152" y="27850"/>
                  </a:cubicBezTo>
                  <a:cubicBezTo>
                    <a:pt x="9563" y="27850"/>
                    <a:pt x="12304" y="21615"/>
                    <a:pt x="12304" y="13915"/>
                  </a:cubicBezTo>
                  <a:cubicBezTo>
                    <a:pt x="12304" y="6236"/>
                    <a:pt x="9563" y="1"/>
                    <a:pt x="6152" y="1"/>
                  </a:cubicBezTo>
                  <a:close/>
                </a:path>
              </a:pathLst>
            </a:custGeom>
            <a:solidFill>
              <a:srgbClr val="7164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6"/>
            <p:cNvSpPr/>
            <p:nvPr/>
          </p:nvSpPr>
          <p:spPr>
            <a:xfrm>
              <a:off x="3295050" y="2423575"/>
              <a:ext cx="245375" cy="555025"/>
            </a:xfrm>
            <a:custGeom>
              <a:avLst/>
              <a:gdLst/>
              <a:ahLst/>
              <a:cxnLst/>
              <a:rect l="l" t="t" r="r" b="b"/>
              <a:pathLst>
                <a:path w="9815" h="22201" extrusionOk="0">
                  <a:moveTo>
                    <a:pt x="4918" y="1"/>
                  </a:moveTo>
                  <a:cubicBezTo>
                    <a:pt x="2198" y="1"/>
                    <a:pt x="1" y="4960"/>
                    <a:pt x="1" y="11090"/>
                  </a:cubicBezTo>
                  <a:cubicBezTo>
                    <a:pt x="1" y="17221"/>
                    <a:pt x="2198" y="22201"/>
                    <a:pt x="4918" y="22201"/>
                  </a:cubicBezTo>
                  <a:cubicBezTo>
                    <a:pt x="7617" y="22201"/>
                    <a:pt x="9814" y="17221"/>
                    <a:pt x="9814" y="11090"/>
                  </a:cubicBezTo>
                  <a:cubicBezTo>
                    <a:pt x="9814" y="4960"/>
                    <a:pt x="7617" y="1"/>
                    <a:pt x="4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6"/>
            <p:cNvSpPr/>
            <p:nvPr/>
          </p:nvSpPr>
          <p:spPr>
            <a:xfrm>
              <a:off x="3417975" y="2423575"/>
              <a:ext cx="1497125" cy="554500"/>
            </a:xfrm>
            <a:custGeom>
              <a:avLst/>
              <a:gdLst/>
              <a:ahLst/>
              <a:cxnLst/>
              <a:rect l="l" t="t" r="r" b="b"/>
              <a:pathLst>
                <a:path w="59885" h="22180" extrusionOk="0">
                  <a:moveTo>
                    <a:pt x="1" y="1"/>
                  </a:moveTo>
                  <a:lnTo>
                    <a:pt x="1" y="22180"/>
                  </a:lnTo>
                  <a:lnTo>
                    <a:pt x="59884" y="22180"/>
                  </a:lnTo>
                  <a:cubicBezTo>
                    <a:pt x="58587" y="22180"/>
                    <a:pt x="57541" y="17221"/>
                    <a:pt x="57541" y="11090"/>
                  </a:cubicBezTo>
                  <a:cubicBezTo>
                    <a:pt x="57541" y="4960"/>
                    <a:pt x="58587" y="1"/>
                    <a:pt x="598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6"/>
            <p:cNvSpPr/>
            <p:nvPr/>
          </p:nvSpPr>
          <p:spPr>
            <a:xfrm>
              <a:off x="4949600" y="2352950"/>
              <a:ext cx="48675" cy="70650"/>
            </a:xfrm>
            <a:custGeom>
              <a:avLst/>
              <a:gdLst/>
              <a:ahLst/>
              <a:cxnLst/>
              <a:rect l="l" t="t" r="r" b="b"/>
              <a:pathLst>
                <a:path w="1947" h="2826" extrusionOk="0">
                  <a:moveTo>
                    <a:pt x="963" y="1"/>
                  </a:moveTo>
                  <a:cubicBezTo>
                    <a:pt x="440" y="1"/>
                    <a:pt x="0" y="629"/>
                    <a:pt x="0" y="1403"/>
                  </a:cubicBezTo>
                  <a:cubicBezTo>
                    <a:pt x="0" y="2177"/>
                    <a:pt x="440" y="2826"/>
                    <a:pt x="963" y="2826"/>
                  </a:cubicBezTo>
                  <a:cubicBezTo>
                    <a:pt x="1507" y="2826"/>
                    <a:pt x="1946" y="2177"/>
                    <a:pt x="1946" y="1403"/>
                  </a:cubicBezTo>
                  <a:cubicBezTo>
                    <a:pt x="1946" y="629"/>
                    <a:pt x="1507" y="1"/>
                    <a:pt x="9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6"/>
            <p:cNvSpPr/>
            <p:nvPr/>
          </p:nvSpPr>
          <p:spPr>
            <a:xfrm>
              <a:off x="4949600" y="2978575"/>
              <a:ext cx="48675" cy="70650"/>
            </a:xfrm>
            <a:custGeom>
              <a:avLst/>
              <a:gdLst/>
              <a:ahLst/>
              <a:cxnLst/>
              <a:rect l="l" t="t" r="r" b="b"/>
              <a:pathLst>
                <a:path w="1947" h="2826" extrusionOk="0">
                  <a:moveTo>
                    <a:pt x="963" y="1"/>
                  </a:moveTo>
                  <a:cubicBezTo>
                    <a:pt x="440" y="1"/>
                    <a:pt x="0" y="628"/>
                    <a:pt x="0" y="1403"/>
                  </a:cubicBezTo>
                  <a:cubicBezTo>
                    <a:pt x="0" y="2177"/>
                    <a:pt x="440" y="2825"/>
                    <a:pt x="963" y="2825"/>
                  </a:cubicBezTo>
                  <a:cubicBezTo>
                    <a:pt x="1507" y="2825"/>
                    <a:pt x="1946" y="2177"/>
                    <a:pt x="1946" y="1403"/>
                  </a:cubicBezTo>
                  <a:cubicBezTo>
                    <a:pt x="1946" y="628"/>
                    <a:pt x="1507" y="1"/>
                    <a:pt x="9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6"/>
            <p:cNvSpPr/>
            <p:nvPr/>
          </p:nvSpPr>
          <p:spPr>
            <a:xfrm>
              <a:off x="1720550" y="2352950"/>
              <a:ext cx="230725" cy="696275"/>
            </a:xfrm>
            <a:custGeom>
              <a:avLst/>
              <a:gdLst/>
              <a:ahLst/>
              <a:cxnLst/>
              <a:rect l="l" t="t" r="r" b="b"/>
              <a:pathLst>
                <a:path w="9229" h="27851" extrusionOk="0">
                  <a:moveTo>
                    <a:pt x="6152" y="1"/>
                  </a:moveTo>
                  <a:cubicBezTo>
                    <a:pt x="2763" y="1"/>
                    <a:pt x="1" y="6236"/>
                    <a:pt x="1" y="13915"/>
                  </a:cubicBezTo>
                  <a:cubicBezTo>
                    <a:pt x="1" y="21615"/>
                    <a:pt x="2763" y="27850"/>
                    <a:pt x="6152" y="27850"/>
                  </a:cubicBezTo>
                  <a:lnTo>
                    <a:pt x="9228" y="27850"/>
                  </a:lnTo>
                  <a:cubicBezTo>
                    <a:pt x="5838" y="27850"/>
                    <a:pt x="3077" y="21615"/>
                    <a:pt x="3077" y="13915"/>
                  </a:cubicBezTo>
                  <a:cubicBezTo>
                    <a:pt x="3077" y="6236"/>
                    <a:pt x="5838" y="1"/>
                    <a:pt x="9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6"/>
            <p:cNvSpPr/>
            <p:nvPr/>
          </p:nvSpPr>
          <p:spPr>
            <a:xfrm>
              <a:off x="1874350" y="2352950"/>
              <a:ext cx="231225" cy="696275"/>
            </a:xfrm>
            <a:custGeom>
              <a:avLst/>
              <a:gdLst/>
              <a:ahLst/>
              <a:cxnLst/>
              <a:rect l="l" t="t" r="r" b="b"/>
              <a:pathLst>
                <a:path w="9249" h="27851" extrusionOk="0">
                  <a:moveTo>
                    <a:pt x="6152" y="1"/>
                  </a:moveTo>
                  <a:cubicBezTo>
                    <a:pt x="2762" y="1"/>
                    <a:pt x="0" y="6236"/>
                    <a:pt x="0" y="13915"/>
                  </a:cubicBezTo>
                  <a:cubicBezTo>
                    <a:pt x="0" y="21615"/>
                    <a:pt x="2762" y="27850"/>
                    <a:pt x="6152" y="27850"/>
                  </a:cubicBezTo>
                  <a:lnTo>
                    <a:pt x="9249" y="27850"/>
                  </a:lnTo>
                  <a:cubicBezTo>
                    <a:pt x="5838" y="27850"/>
                    <a:pt x="3076" y="21615"/>
                    <a:pt x="3076" y="13915"/>
                  </a:cubicBezTo>
                  <a:cubicBezTo>
                    <a:pt x="3076" y="6236"/>
                    <a:pt x="5838" y="1"/>
                    <a:pt x="92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6"/>
            <p:cNvSpPr/>
            <p:nvPr/>
          </p:nvSpPr>
          <p:spPr>
            <a:xfrm>
              <a:off x="4408036" y="2610309"/>
              <a:ext cx="285848" cy="333099"/>
            </a:xfrm>
            <a:custGeom>
              <a:avLst/>
              <a:gdLst/>
              <a:ahLst/>
              <a:cxnLst/>
              <a:rect l="l" t="t" r="r" b="b"/>
              <a:pathLst>
                <a:path w="6089" h="8266" extrusionOk="0">
                  <a:moveTo>
                    <a:pt x="0" y="1"/>
                  </a:moveTo>
                  <a:lnTo>
                    <a:pt x="0" y="8266"/>
                  </a:lnTo>
                  <a:lnTo>
                    <a:pt x="3034" y="6634"/>
                  </a:lnTo>
                  <a:lnTo>
                    <a:pt x="6089" y="8266"/>
                  </a:lnTo>
                  <a:lnTo>
                    <a:pt x="60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6"/>
            <p:cNvSpPr/>
            <p:nvPr/>
          </p:nvSpPr>
          <p:spPr>
            <a:xfrm>
              <a:off x="1374800" y="3745425"/>
              <a:ext cx="1771725" cy="275175"/>
            </a:xfrm>
            <a:custGeom>
              <a:avLst/>
              <a:gdLst/>
              <a:ahLst/>
              <a:cxnLst/>
              <a:rect l="l" t="t" r="r" b="b"/>
              <a:pathLst>
                <a:path w="70869" h="11007" extrusionOk="0">
                  <a:moveTo>
                    <a:pt x="6026" y="1"/>
                  </a:moveTo>
                  <a:cubicBezTo>
                    <a:pt x="3055" y="1"/>
                    <a:pt x="586" y="4708"/>
                    <a:pt x="0" y="11006"/>
                  </a:cubicBezTo>
                  <a:lnTo>
                    <a:pt x="64843" y="11006"/>
                  </a:lnTo>
                  <a:cubicBezTo>
                    <a:pt x="65449" y="4708"/>
                    <a:pt x="67918" y="1"/>
                    <a:pt x="708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6"/>
            <p:cNvSpPr/>
            <p:nvPr/>
          </p:nvSpPr>
          <p:spPr>
            <a:xfrm>
              <a:off x="3146500" y="3745425"/>
              <a:ext cx="5250" cy="550"/>
            </a:xfrm>
            <a:custGeom>
              <a:avLst/>
              <a:gdLst/>
              <a:ahLst/>
              <a:cxnLst/>
              <a:rect l="l" t="t" r="r" b="b"/>
              <a:pathLst>
                <a:path w="210" h="22" extrusionOk="0">
                  <a:moveTo>
                    <a:pt x="1" y="1"/>
                  </a:moveTo>
                  <a:cubicBezTo>
                    <a:pt x="84" y="1"/>
                    <a:pt x="147" y="1"/>
                    <a:pt x="210" y="22"/>
                  </a:cubicBezTo>
                  <a:lnTo>
                    <a:pt x="210" y="1"/>
                  </a:lnTo>
                  <a:close/>
                </a:path>
              </a:pathLst>
            </a:custGeom>
            <a:solidFill>
              <a:srgbClr val="FFB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6"/>
            <p:cNvSpPr/>
            <p:nvPr/>
          </p:nvSpPr>
          <p:spPr>
            <a:xfrm>
              <a:off x="3146500" y="4441650"/>
              <a:ext cx="5250" cy="25"/>
            </a:xfrm>
            <a:custGeom>
              <a:avLst/>
              <a:gdLst/>
              <a:ahLst/>
              <a:cxnLst/>
              <a:rect l="l" t="t" r="r" b="b"/>
              <a:pathLst>
                <a:path w="210" h="1" extrusionOk="0">
                  <a:moveTo>
                    <a:pt x="210" y="1"/>
                  </a:moveTo>
                  <a:cubicBezTo>
                    <a:pt x="147" y="1"/>
                    <a:pt x="84" y="1"/>
                    <a:pt x="1" y="1"/>
                  </a:cubicBezTo>
                  <a:lnTo>
                    <a:pt x="210" y="1"/>
                  </a:lnTo>
                  <a:close/>
                </a:path>
              </a:pathLst>
            </a:custGeom>
            <a:solidFill>
              <a:srgbClr val="FFB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6"/>
            <p:cNvSpPr/>
            <p:nvPr/>
          </p:nvSpPr>
          <p:spPr>
            <a:xfrm>
              <a:off x="3187825" y="3049200"/>
              <a:ext cx="1326575" cy="70625"/>
            </a:xfrm>
            <a:custGeom>
              <a:avLst/>
              <a:gdLst/>
              <a:ahLst/>
              <a:cxnLst/>
              <a:rect l="l" t="t" r="r" b="b"/>
              <a:pathLst>
                <a:path w="53063" h="2825" extrusionOk="0">
                  <a:moveTo>
                    <a:pt x="1" y="0"/>
                  </a:moveTo>
                  <a:lnTo>
                    <a:pt x="1" y="2825"/>
                  </a:lnTo>
                  <a:lnTo>
                    <a:pt x="52079" y="2825"/>
                  </a:lnTo>
                  <a:cubicBezTo>
                    <a:pt x="52623" y="2825"/>
                    <a:pt x="53042" y="2197"/>
                    <a:pt x="53042" y="1402"/>
                  </a:cubicBezTo>
                  <a:cubicBezTo>
                    <a:pt x="53063" y="628"/>
                    <a:pt x="52623" y="0"/>
                    <a:pt x="52079" y="0"/>
                  </a:cubicBezTo>
                  <a:close/>
                </a:path>
              </a:pathLst>
            </a:custGeom>
            <a:solidFill>
              <a:srgbClr val="9B74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6"/>
            <p:cNvSpPr/>
            <p:nvPr/>
          </p:nvSpPr>
          <p:spPr>
            <a:xfrm>
              <a:off x="3215550" y="3119825"/>
              <a:ext cx="1215175" cy="160075"/>
            </a:xfrm>
            <a:custGeom>
              <a:avLst/>
              <a:gdLst/>
              <a:ahLst/>
              <a:cxnLst/>
              <a:rect l="l" t="t" r="r" b="b"/>
              <a:pathLst>
                <a:path w="48607" h="6403" extrusionOk="0">
                  <a:moveTo>
                    <a:pt x="2135" y="0"/>
                  </a:moveTo>
                  <a:cubicBezTo>
                    <a:pt x="1193" y="0"/>
                    <a:pt x="377" y="2636"/>
                    <a:pt x="0" y="6403"/>
                  </a:cubicBezTo>
                  <a:lnTo>
                    <a:pt x="46472" y="6403"/>
                  </a:lnTo>
                  <a:cubicBezTo>
                    <a:pt x="46848" y="2615"/>
                    <a:pt x="47664" y="0"/>
                    <a:pt x="48606"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6"/>
            <p:cNvSpPr/>
            <p:nvPr/>
          </p:nvSpPr>
          <p:spPr>
            <a:xfrm>
              <a:off x="2015050" y="4261200"/>
              <a:ext cx="1859625" cy="347875"/>
            </a:xfrm>
            <a:custGeom>
              <a:avLst/>
              <a:gdLst/>
              <a:ahLst/>
              <a:cxnLst/>
              <a:rect l="l" t="t" r="r" b="b"/>
              <a:pathLst>
                <a:path w="74385" h="13915" extrusionOk="0">
                  <a:moveTo>
                    <a:pt x="74280" y="0"/>
                  </a:moveTo>
                  <a:lnTo>
                    <a:pt x="4060" y="7407"/>
                  </a:lnTo>
                  <a:cubicBezTo>
                    <a:pt x="2679" y="7491"/>
                    <a:pt x="1507" y="8370"/>
                    <a:pt x="1068" y="9688"/>
                  </a:cubicBezTo>
                  <a:lnTo>
                    <a:pt x="168" y="12262"/>
                  </a:lnTo>
                  <a:cubicBezTo>
                    <a:pt x="1" y="12743"/>
                    <a:pt x="147" y="13266"/>
                    <a:pt x="524" y="13601"/>
                  </a:cubicBezTo>
                  <a:cubicBezTo>
                    <a:pt x="754" y="13810"/>
                    <a:pt x="1047" y="13915"/>
                    <a:pt x="1340" y="13915"/>
                  </a:cubicBezTo>
                  <a:cubicBezTo>
                    <a:pt x="1528" y="13915"/>
                    <a:pt x="1717" y="13873"/>
                    <a:pt x="1905" y="13789"/>
                  </a:cubicBezTo>
                  <a:cubicBezTo>
                    <a:pt x="3328" y="13078"/>
                    <a:pt x="5713" y="11466"/>
                    <a:pt x="6131" y="8370"/>
                  </a:cubicBezTo>
                  <a:lnTo>
                    <a:pt x="74384" y="1172"/>
                  </a:lnTo>
                  <a:lnTo>
                    <a:pt x="742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6"/>
            <p:cNvSpPr/>
            <p:nvPr/>
          </p:nvSpPr>
          <p:spPr>
            <a:xfrm>
              <a:off x="2205975" y="4261200"/>
              <a:ext cx="1859625" cy="347875"/>
            </a:xfrm>
            <a:custGeom>
              <a:avLst/>
              <a:gdLst/>
              <a:ahLst/>
              <a:cxnLst/>
              <a:rect l="l" t="t" r="r" b="b"/>
              <a:pathLst>
                <a:path w="74385" h="13915" extrusionOk="0">
                  <a:moveTo>
                    <a:pt x="126" y="0"/>
                  </a:moveTo>
                  <a:lnTo>
                    <a:pt x="1" y="1172"/>
                  </a:lnTo>
                  <a:lnTo>
                    <a:pt x="68254" y="8370"/>
                  </a:lnTo>
                  <a:cubicBezTo>
                    <a:pt x="68672" y="11466"/>
                    <a:pt x="71058" y="13078"/>
                    <a:pt x="72480" y="13789"/>
                  </a:cubicBezTo>
                  <a:cubicBezTo>
                    <a:pt x="72669" y="13873"/>
                    <a:pt x="72857" y="13915"/>
                    <a:pt x="73045" y="13915"/>
                  </a:cubicBezTo>
                  <a:cubicBezTo>
                    <a:pt x="73338" y="13915"/>
                    <a:pt x="73631" y="13810"/>
                    <a:pt x="73861" y="13601"/>
                  </a:cubicBezTo>
                  <a:cubicBezTo>
                    <a:pt x="74238" y="13266"/>
                    <a:pt x="74384" y="12743"/>
                    <a:pt x="74217" y="12262"/>
                  </a:cubicBezTo>
                  <a:lnTo>
                    <a:pt x="73317" y="9688"/>
                  </a:lnTo>
                  <a:cubicBezTo>
                    <a:pt x="72878" y="8370"/>
                    <a:pt x="71706" y="7491"/>
                    <a:pt x="70325" y="7407"/>
                  </a:cubicBezTo>
                  <a:lnTo>
                    <a:pt x="126" y="0"/>
                  </a:ln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6"/>
            <p:cNvSpPr/>
            <p:nvPr/>
          </p:nvSpPr>
          <p:spPr>
            <a:xfrm>
              <a:off x="3119300" y="4282875"/>
              <a:ext cx="42925" cy="78025"/>
            </a:xfrm>
            <a:custGeom>
              <a:avLst/>
              <a:gdLst/>
              <a:ahLst/>
              <a:cxnLst/>
              <a:rect l="l" t="t" r="r" b="b"/>
              <a:pathLst>
                <a:path w="1717" h="3121" extrusionOk="0">
                  <a:moveTo>
                    <a:pt x="537" y="1"/>
                  </a:moveTo>
                  <a:cubicBezTo>
                    <a:pt x="511" y="1"/>
                    <a:pt x="485" y="4"/>
                    <a:pt x="461" y="12"/>
                  </a:cubicBezTo>
                  <a:cubicBezTo>
                    <a:pt x="105" y="96"/>
                    <a:pt x="1" y="870"/>
                    <a:pt x="231" y="1728"/>
                  </a:cubicBezTo>
                  <a:cubicBezTo>
                    <a:pt x="425" y="2523"/>
                    <a:pt x="852" y="3120"/>
                    <a:pt x="1197" y="3120"/>
                  </a:cubicBezTo>
                  <a:cubicBezTo>
                    <a:pt x="1224" y="3120"/>
                    <a:pt x="1251" y="3116"/>
                    <a:pt x="1277" y="3109"/>
                  </a:cubicBezTo>
                  <a:cubicBezTo>
                    <a:pt x="1612" y="3025"/>
                    <a:pt x="1716" y="2251"/>
                    <a:pt x="1486" y="1393"/>
                  </a:cubicBezTo>
                  <a:cubicBezTo>
                    <a:pt x="1292" y="598"/>
                    <a:pt x="865" y="1"/>
                    <a:pt x="537" y="1"/>
                  </a:cubicBezTo>
                  <a:close/>
                </a:path>
              </a:pathLst>
            </a:custGeom>
            <a:solidFill>
              <a:srgbClr val="FFEC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6"/>
            <p:cNvSpPr/>
            <p:nvPr/>
          </p:nvSpPr>
          <p:spPr>
            <a:xfrm>
              <a:off x="2918425" y="4282875"/>
              <a:ext cx="42925" cy="78025"/>
            </a:xfrm>
            <a:custGeom>
              <a:avLst/>
              <a:gdLst/>
              <a:ahLst/>
              <a:cxnLst/>
              <a:rect l="l" t="t" r="r" b="b"/>
              <a:pathLst>
                <a:path w="1717" h="3121" extrusionOk="0">
                  <a:moveTo>
                    <a:pt x="1197" y="1"/>
                  </a:moveTo>
                  <a:cubicBezTo>
                    <a:pt x="852" y="1"/>
                    <a:pt x="425" y="598"/>
                    <a:pt x="231" y="1393"/>
                  </a:cubicBezTo>
                  <a:cubicBezTo>
                    <a:pt x="1" y="2251"/>
                    <a:pt x="105" y="3025"/>
                    <a:pt x="461" y="3109"/>
                  </a:cubicBezTo>
                  <a:cubicBezTo>
                    <a:pt x="486" y="3116"/>
                    <a:pt x="511" y="3120"/>
                    <a:pt x="537" y="3120"/>
                  </a:cubicBezTo>
                  <a:cubicBezTo>
                    <a:pt x="865" y="3120"/>
                    <a:pt x="1293" y="2523"/>
                    <a:pt x="1486" y="1728"/>
                  </a:cubicBezTo>
                  <a:cubicBezTo>
                    <a:pt x="1717" y="870"/>
                    <a:pt x="1612" y="96"/>
                    <a:pt x="1277" y="12"/>
                  </a:cubicBezTo>
                  <a:cubicBezTo>
                    <a:pt x="1251" y="4"/>
                    <a:pt x="1224" y="1"/>
                    <a:pt x="1197" y="1"/>
                  </a:cubicBezTo>
                  <a:close/>
                </a:path>
              </a:pathLst>
            </a:custGeom>
            <a:solidFill>
              <a:srgbClr val="FFEC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6"/>
            <p:cNvSpPr/>
            <p:nvPr/>
          </p:nvSpPr>
          <p:spPr>
            <a:xfrm>
              <a:off x="2902750" y="4179075"/>
              <a:ext cx="275150" cy="182575"/>
            </a:xfrm>
            <a:custGeom>
              <a:avLst/>
              <a:gdLst/>
              <a:ahLst/>
              <a:cxnLst/>
              <a:rect l="l" t="t" r="r" b="b"/>
              <a:pathLst>
                <a:path w="11006" h="7303" extrusionOk="0">
                  <a:moveTo>
                    <a:pt x="5503" y="0"/>
                  </a:moveTo>
                  <a:cubicBezTo>
                    <a:pt x="4080" y="0"/>
                    <a:pt x="2909" y="482"/>
                    <a:pt x="2009" y="1423"/>
                  </a:cubicBezTo>
                  <a:cubicBezTo>
                    <a:pt x="0" y="3515"/>
                    <a:pt x="147" y="7156"/>
                    <a:pt x="147" y="7303"/>
                  </a:cubicBezTo>
                  <a:lnTo>
                    <a:pt x="1339" y="7261"/>
                  </a:lnTo>
                  <a:cubicBezTo>
                    <a:pt x="1318" y="7219"/>
                    <a:pt x="1214" y="3955"/>
                    <a:pt x="2867" y="2239"/>
                  </a:cubicBezTo>
                  <a:cubicBezTo>
                    <a:pt x="3536" y="1528"/>
                    <a:pt x="4394" y="1172"/>
                    <a:pt x="5503" y="1172"/>
                  </a:cubicBezTo>
                  <a:cubicBezTo>
                    <a:pt x="6612" y="1172"/>
                    <a:pt x="7470" y="1528"/>
                    <a:pt x="8160" y="2239"/>
                  </a:cubicBezTo>
                  <a:cubicBezTo>
                    <a:pt x="9813" y="3955"/>
                    <a:pt x="9688" y="7219"/>
                    <a:pt x="9688" y="7261"/>
                  </a:cubicBezTo>
                  <a:lnTo>
                    <a:pt x="10860" y="7303"/>
                  </a:lnTo>
                  <a:cubicBezTo>
                    <a:pt x="10860" y="7156"/>
                    <a:pt x="11006" y="3515"/>
                    <a:pt x="9018" y="1423"/>
                  </a:cubicBezTo>
                  <a:cubicBezTo>
                    <a:pt x="8119" y="482"/>
                    <a:pt x="6926" y="0"/>
                    <a:pt x="5503" y="0"/>
                  </a:cubicBez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6"/>
            <p:cNvSpPr/>
            <p:nvPr/>
          </p:nvSpPr>
          <p:spPr>
            <a:xfrm>
              <a:off x="2207550" y="3913875"/>
              <a:ext cx="723475" cy="723975"/>
            </a:xfrm>
            <a:custGeom>
              <a:avLst/>
              <a:gdLst/>
              <a:ahLst/>
              <a:cxnLst/>
              <a:rect l="l" t="t" r="r" b="b"/>
              <a:pathLst>
                <a:path w="28939" h="28959" extrusionOk="0">
                  <a:moveTo>
                    <a:pt x="14459" y="0"/>
                  </a:moveTo>
                  <a:cubicBezTo>
                    <a:pt x="6466" y="0"/>
                    <a:pt x="1" y="6486"/>
                    <a:pt x="1" y="14479"/>
                  </a:cubicBezTo>
                  <a:cubicBezTo>
                    <a:pt x="1" y="22472"/>
                    <a:pt x="6466" y="28958"/>
                    <a:pt x="14459" y="28958"/>
                  </a:cubicBezTo>
                  <a:cubicBezTo>
                    <a:pt x="22473" y="28958"/>
                    <a:pt x="28938" y="22472"/>
                    <a:pt x="28938" y="14479"/>
                  </a:cubicBezTo>
                  <a:cubicBezTo>
                    <a:pt x="28938" y="6486"/>
                    <a:pt x="22473" y="0"/>
                    <a:pt x="144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6"/>
            <p:cNvSpPr/>
            <p:nvPr/>
          </p:nvSpPr>
          <p:spPr>
            <a:xfrm>
              <a:off x="2207550" y="3914350"/>
              <a:ext cx="458250" cy="457775"/>
            </a:xfrm>
            <a:custGeom>
              <a:avLst/>
              <a:gdLst/>
              <a:ahLst/>
              <a:cxnLst/>
              <a:rect l="l" t="t" r="r" b="b"/>
              <a:pathLst>
                <a:path w="18330" h="18311" extrusionOk="0">
                  <a:moveTo>
                    <a:pt x="14661" y="0"/>
                  </a:moveTo>
                  <a:cubicBezTo>
                    <a:pt x="14594" y="0"/>
                    <a:pt x="14526" y="1"/>
                    <a:pt x="14459" y="2"/>
                  </a:cubicBezTo>
                  <a:cubicBezTo>
                    <a:pt x="13999" y="2"/>
                    <a:pt x="13559" y="23"/>
                    <a:pt x="13099" y="65"/>
                  </a:cubicBezTo>
                  <a:lnTo>
                    <a:pt x="63" y="13100"/>
                  </a:lnTo>
                  <a:cubicBezTo>
                    <a:pt x="22" y="13540"/>
                    <a:pt x="1" y="14000"/>
                    <a:pt x="1" y="14460"/>
                  </a:cubicBezTo>
                  <a:cubicBezTo>
                    <a:pt x="1" y="15799"/>
                    <a:pt x="168" y="17097"/>
                    <a:pt x="503" y="18310"/>
                  </a:cubicBezTo>
                  <a:lnTo>
                    <a:pt x="18330" y="504"/>
                  </a:lnTo>
                  <a:cubicBezTo>
                    <a:pt x="17157" y="186"/>
                    <a:pt x="15929" y="0"/>
                    <a:pt x="146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6"/>
            <p:cNvSpPr/>
            <p:nvPr/>
          </p:nvSpPr>
          <p:spPr>
            <a:xfrm>
              <a:off x="2239475" y="3946300"/>
              <a:ext cx="526250" cy="526250"/>
            </a:xfrm>
            <a:custGeom>
              <a:avLst/>
              <a:gdLst/>
              <a:ahLst/>
              <a:cxnLst/>
              <a:rect l="l" t="t" r="r" b="b"/>
              <a:pathLst>
                <a:path w="21050" h="21050" extrusionOk="0">
                  <a:moveTo>
                    <a:pt x="19166" y="0"/>
                  </a:moveTo>
                  <a:lnTo>
                    <a:pt x="0" y="19166"/>
                  </a:lnTo>
                  <a:cubicBezTo>
                    <a:pt x="293" y="19815"/>
                    <a:pt x="649" y="20443"/>
                    <a:pt x="1025" y="21049"/>
                  </a:cubicBezTo>
                  <a:lnTo>
                    <a:pt x="21049" y="1026"/>
                  </a:lnTo>
                  <a:cubicBezTo>
                    <a:pt x="20463" y="649"/>
                    <a:pt x="19836" y="293"/>
                    <a:pt x="19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6"/>
            <p:cNvSpPr/>
            <p:nvPr/>
          </p:nvSpPr>
          <p:spPr>
            <a:xfrm>
              <a:off x="2192375" y="3899225"/>
              <a:ext cx="753800" cy="753275"/>
            </a:xfrm>
            <a:custGeom>
              <a:avLst/>
              <a:gdLst/>
              <a:ahLst/>
              <a:cxnLst/>
              <a:rect l="l" t="t" r="r" b="b"/>
              <a:pathLst>
                <a:path w="30152" h="30131" extrusionOk="0">
                  <a:moveTo>
                    <a:pt x="15087" y="1193"/>
                  </a:moveTo>
                  <a:cubicBezTo>
                    <a:pt x="22745" y="1193"/>
                    <a:pt x="28959" y="7407"/>
                    <a:pt x="28959" y="15065"/>
                  </a:cubicBezTo>
                  <a:cubicBezTo>
                    <a:pt x="28959" y="22723"/>
                    <a:pt x="22745" y="28958"/>
                    <a:pt x="15087" y="28958"/>
                  </a:cubicBezTo>
                  <a:cubicBezTo>
                    <a:pt x="7429" y="28958"/>
                    <a:pt x="1194" y="22723"/>
                    <a:pt x="1194" y="15065"/>
                  </a:cubicBezTo>
                  <a:cubicBezTo>
                    <a:pt x="1194" y="7407"/>
                    <a:pt x="7408" y="1193"/>
                    <a:pt x="15087" y="1193"/>
                  </a:cubicBezTo>
                  <a:close/>
                  <a:moveTo>
                    <a:pt x="15087" y="0"/>
                  </a:moveTo>
                  <a:cubicBezTo>
                    <a:pt x="6759" y="0"/>
                    <a:pt x="1" y="6759"/>
                    <a:pt x="1" y="15065"/>
                  </a:cubicBezTo>
                  <a:cubicBezTo>
                    <a:pt x="1" y="23372"/>
                    <a:pt x="6759" y="30130"/>
                    <a:pt x="15087" y="30130"/>
                  </a:cubicBezTo>
                  <a:cubicBezTo>
                    <a:pt x="23394" y="30130"/>
                    <a:pt x="30152" y="23372"/>
                    <a:pt x="30152" y="15065"/>
                  </a:cubicBezTo>
                  <a:cubicBezTo>
                    <a:pt x="30152" y="6759"/>
                    <a:pt x="23394" y="0"/>
                    <a:pt x="15087" y="0"/>
                  </a:cubicBez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6"/>
            <p:cNvSpPr/>
            <p:nvPr/>
          </p:nvSpPr>
          <p:spPr>
            <a:xfrm>
              <a:off x="3149650" y="3913875"/>
              <a:ext cx="723450" cy="723975"/>
            </a:xfrm>
            <a:custGeom>
              <a:avLst/>
              <a:gdLst/>
              <a:ahLst/>
              <a:cxnLst/>
              <a:rect l="l" t="t" r="r" b="b"/>
              <a:pathLst>
                <a:path w="28938" h="28959" extrusionOk="0">
                  <a:moveTo>
                    <a:pt x="14479" y="0"/>
                  </a:moveTo>
                  <a:cubicBezTo>
                    <a:pt x="6466" y="0"/>
                    <a:pt x="0" y="6486"/>
                    <a:pt x="0" y="14479"/>
                  </a:cubicBezTo>
                  <a:cubicBezTo>
                    <a:pt x="0" y="22472"/>
                    <a:pt x="6466" y="28958"/>
                    <a:pt x="14479" y="28958"/>
                  </a:cubicBezTo>
                  <a:cubicBezTo>
                    <a:pt x="22472" y="28958"/>
                    <a:pt x="28937" y="22472"/>
                    <a:pt x="28937" y="14479"/>
                  </a:cubicBezTo>
                  <a:cubicBezTo>
                    <a:pt x="28937" y="6486"/>
                    <a:pt x="22472" y="0"/>
                    <a:pt x="1447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6"/>
            <p:cNvSpPr/>
            <p:nvPr/>
          </p:nvSpPr>
          <p:spPr>
            <a:xfrm>
              <a:off x="3149125" y="3914350"/>
              <a:ext cx="458775" cy="457775"/>
            </a:xfrm>
            <a:custGeom>
              <a:avLst/>
              <a:gdLst/>
              <a:ahLst/>
              <a:cxnLst/>
              <a:rect l="l" t="t" r="r" b="b"/>
              <a:pathLst>
                <a:path w="18351" h="18311" extrusionOk="0">
                  <a:moveTo>
                    <a:pt x="14681" y="0"/>
                  </a:moveTo>
                  <a:cubicBezTo>
                    <a:pt x="14614" y="0"/>
                    <a:pt x="14547" y="1"/>
                    <a:pt x="14479" y="2"/>
                  </a:cubicBezTo>
                  <a:cubicBezTo>
                    <a:pt x="14019" y="2"/>
                    <a:pt x="13580" y="23"/>
                    <a:pt x="13119" y="65"/>
                  </a:cubicBezTo>
                  <a:lnTo>
                    <a:pt x="84" y="13100"/>
                  </a:lnTo>
                  <a:cubicBezTo>
                    <a:pt x="21" y="13540"/>
                    <a:pt x="0" y="14000"/>
                    <a:pt x="0" y="14460"/>
                  </a:cubicBezTo>
                  <a:cubicBezTo>
                    <a:pt x="0" y="15799"/>
                    <a:pt x="189" y="17097"/>
                    <a:pt x="523" y="18310"/>
                  </a:cubicBezTo>
                  <a:lnTo>
                    <a:pt x="18350" y="504"/>
                  </a:lnTo>
                  <a:cubicBezTo>
                    <a:pt x="17178" y="186"/>
                    <a:pt x="15949" y="0"/>
                    <a:pt x="146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6"/>
            <p:cNvSpPr/>
            <p:nvPr/>
          </p:nvSpPr>
          <p:spPr>
            <a:xfrm>
              <a:off x="3181550" y="3946300"/>
              <a:ext cx="526250" cy="526250"/>
            </a:xfrm>
            <a:custGeom>
              <a:avLst/>
              <a:gdLst/>
              <a:ahLst/>
              <a:cxnLst/>
              <a:rect l="l" t="t" r="r" b="b"/>
              <a:pathLst>
                <a:path w="21050" h="21050" extrusionOk="0">
                  <a:moveTo>
                    <a:pt x="19166" y="0"/>
                  </a:moveTo>
                  <a:lnTo>
                    <a:pt x="0" y="19166"/>
                  </a:lnTo>
                  <a:cubicBezTo>
                    <a:pt x="293" y="19815"/>
                    <a:pt x="649" y="20443"/>
                    <a:pt x="1047" y="21049"/>
                  </a:cubicBezTo>
                  <a:lnTo>
                    <a:pt x="21050" y="1026"/>
                  </a:lnTo>
                  <a:cubicBezTo>
                    <a:pt x="20464" y="649"/>
                    <a:pt x="19836" y="293"/>
                    <a:pt x="19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6"/>
            <p:cNvSpPr/>
            <p:nvPr/>
          </p:nvSpPr>
          <p:spPr>
            <a:xfrm>
              <a:off x="3134475" y="3899225"/>
              <a:ext cx="753800" cy="753275"/>
            </a:xfrm>
            <a:custGeom>
              <a:avLst/>
              <a:gdLst/>
              <a:ahLst/>
              <a:cxnLst/>
              <a:rect l="l" t="t" r="r" b="b"/>
              <a:pathLst>
                <a:path w="30152" h="30131" extrusionOk="0">
                  <a:moveTo>
                    <a:pt x="15086" y="1193"/>
                  </a:moveTo>
                  <a:cubicBezTo>
                    <a:pt x="22744" y="1193"/>
                    <a:pt x="28959" y="7407"/>
                    <a:pt x="28959" y="15065"/>
                  </a:cubicBezTo>
                  <a:cubicBezTo>
                    <a:pt x="28959" y="22723"/>
                    <a:pt x="22744" y="28958"/>
                    <a:pt x="15086" y="28958"/>
                  </a:cubicBezTo>
                  <a:cubicBezTo>
                    <a:pt x="7428" y="28958"/>
                    <a:pt x="1193" y="22723"/>
                    <a:pt x="1193" y="15065"/>
                  </a:cubicBezTo>
                  <a:cubicBezTo>
                    <a:pt x="1193" y="7407"/>
                    <a:pt x="7428" y="1193"/>
                    <a:pt x="15086" y="1193"/>
                  </a:cubicBezTo>
                  <a:close/>
                  <a:moveTo>
                    <a:pt x="15086" y="0"/>
                  </a:moveTo>
                  <a:cubicBezTo>
                    <a:pt x="6759" y="0"/>
                    <a:pt x="0" y="6759"/>
                    <a:pt x="0" y="15065"/>
                  </a:cubicBezTo>
                  <a:cubicBezTo>
                    <a:pt x="0" y="23372"/>
                    <a:pt x="6759" y="30130"/>
                    <a:pt x="15086" y="30130"/>
                  </a:cubicBezTo>
                  <a:cubicBezTo>
                    <a:pt x="23393" y="30130"/>
                    <a:pt x="30151" y="23372"/>
                    <a:pt x="30151" y="15065"/>
                  </a:cubicBezTo>
                  <a:cubicBezTo>
                    <a:pt x="30151" y="6759"/>
                    <a:pt x="23393" y="0"/>
                    <a:pt x="15086" y="0"/>
                  </a:cubicBez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6"/>
            <p:cNvSpPr/>
            <p:nvPr/>
          </p:nvSpPr>
          <p:spPr>
            <a:xfrm>
              <a:off x="2167800" y="4241325"/>
              <a:ext cx="53900" cy="69600"/>
            </a:xfrm>
            <a:custGeom>
              <a:avLst/>
              <a:gdLst/>
              <a:ahLst/>
              <a:cxnLst/>
              <a:rect l="l" t="t" r="r" b="b"/>
              <a:pathLst>
                <a:path w="2156" h="2784" extrusionOk="0">
                  <a:moveTo>
                    <a:pt x="1381" y="0"/>
                  </a:moveTo>
                  <a:cubicBezTo>
                    <a:pt x="607" y="0"/>
                    <a:pt x="0" y="628"/>
                    <a:pt x="0" y="1381"/>
                  </a:cubicBezTo>
                  <a:cubicBezTo>
                    <a:pt x="0" y="2155"/>
                    <a:pt x="607" y="2783"/>
                    <a:pt x="1381" y="2783"/>
                  </a:cubicBezTo>
                  <a:cubicBezTo>
                    <a:pt x="2156" y="2783"/>
                    <a:pt x="1381" y="2155"/>
                    <a:pt x="1381" y="1381"/>
                  </a:cubicBezTo>
                  <a:cubicBezTo>
                    <a:pt x="1381" y="628"/>
                    <a:pt x="2156" y="0"/>
                    <a:pt x="1381" y="0"/>
                  </a:cubicBez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6"/>
            <p:cNvSpPr/>
            <p:nvPr/>
          </p:nvSpPr>
          <p:spPr>
            <a:xfrm>
              <a:off x="3858950" y="4241325"/>
              <a:ext cx="53900" cy="69600"/>
            </a:xfrm>
            <a:custGeom>
              <a:avLst/>
              <a:gdLst/>
              <a:ahLst/>
              <a:cxnLst/>
              <a:rect l="l" t="t" r="r" b="b"/>
              <a:pathLst>
                <a:path w="2156" h="2784" extrusionOk="0">
                  <a:moveTo>
                    <a:pt x="775" y="0"/>
                  </a:moveTo>
                  <a:cubicBezTo>
                    <a:pt x="1" y="0"/>
                    <a:pt x="775" y="628"/>
                    <a:pt x="775" y="1381"/>
                  </a:cubicBezTo>
                  <a:cubicBezTo>
                    <a:pt x="775" y="2155"/>
                    <a:pt x="1" y="2783"/>
                    <a:pt x="775" y="2783"/>
                  </a:cubicBezTo>
                  <a:cubicBezTo>
                    <a:pt x="1549" y="2783"/>
                    <a:pt x="2156" y="2155"/>
                    <a:pt x="2156" y="1381"/>
                  </a:cubicBezTo>
                  <a:cubicBezTo>
                    <a:pt x="2156" y="628"/>
                    <a:pt x="1549" y="0"/>
                    <a:pt x="775" y="0"/>
                  </a:cubicBezTo>
                  <a:close/>
                </a:path>
              </a:pathLst>
            </a:custGeom>
            <a:solidFill>
              <a:srgbClr val="4242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46"/>
          <p:cNvSpPr/>
          <p:nvPr/>
        </p:nvSpPr>
        <p:spPr>
          <a:xfrm>
            <a:off x="796907" y="2141070"/>
            <a:ext cx="292121" cy="292121"/>
          </a:xfrm>
          <a:custGeom>
            <a:avLst/>
            <a:gdLst/>
            <a:ahLst/>
            <a:cxnLst/>
            <a:rect l="l" t="t" r="r" b="b"/>
            <a:pathLst>
              <a:path w="7994" h="7994" extrusionOk="0">
                <a:moveTo>
                  <a:pt x="3997" y="0"/>
                </a:moveTo>
                <a:cubicBezTo>
                  <a:pt x="3537" y="0"/>
                  <a:pt x="3160" y="377"/>
                  <a:pt x="3160" y="837"/>
                </a:cubicBezTo>
                <a:lnTo>
                  <a:pt x="3160" y="3160"/>
                </a:lnTo>
                <a:lnTo>
                  <a:pt x="858" y="3160"/>
                </a:lnTo>
                <a:cubicBezTo>
                  <a:pt x="377" y="3160"/>
                  <a:pt x="1" y="3536"/>
                  <a:pt x="1" y="3997"/>
                </a:cubicBezTo>
                <a:cubicBezTo>
                  <a:pt x="1" y="4457"/>
                  <a:pt x="377" y="4834"/>
                  <a:pt x="858" y="4834"/>
                </a:cubicBezTo>
                <a:lnTo>
                  <a:pt x="3160" y="4834"/>
                </a:lnTo>
                <a:lnTo>
                  <a:pt x="3160" y="7156"/>
                </a:lnTo>
                <a:cubicBezTo>
                  <a:pt x="3160" y="7617"/>
                  <a:pt x="3537" y="7993"/>
                  <a:pt x="3997" y="7993"/>
                </a:cubicBezTo>
                <a:cubicBezTo>
                  <a:pt x="4457" y="7993"/>
                  <a:pt x="4855" y="7617"/>
                  <a:pt x="4855" y="7156"/>
                </a:cubicBezTo>
                <a:lnTo>
                  <a:pt x="4855" y="4834"/>
                </a:lnTo>
                <a:lnTo>
                  <a:pt x="7156" y="4834"/>
                </a:lnTo>
                <a:cubicBezTo>
                  <a:pt x="7617" y="4834"/>
                  <a:pt x="7993" y="4457"/>
                  <a:pt x="7993" y="3997"/>
                </a:cubicBezTo>
                <a:cubicBezTo>
                  <a:pt x="7993" y="3536"/>
                  <a:pt x="7617" y="3160"/>
                  <a:pt x="7156" y="3160"/>
                </a:cubicBezTo>
                <a:lnTo>
                  <a:pt x="4855" y="3160"/>
                </a:lnTo>
                <a:lnTo>
                  <a:pt x="4855" y="837"/>
                </a:lnTo>
                <a:cubicBezTo>
                  <a:pt x="4855" y="377"/>
                  <a:pt x="4457" y="0"/>
                  <a:pt x="3997" y="0"/>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6"/>
          <p:cNvSpPr/>
          <p:nvPr/>
        </p:nvSpPr>
        <p:spPr>
          <a:xfrm>
            <a:off x="4571993" y="3700574"/>
            <a:ext cx="353398" cy="353314"/>
          </a:xfrm>
          <a:custGeom>
            <a:avLst/>
            <a:gdLst/>
            <a:ahLst/>
            <a:cxnLst/>
            <a:rect l="l" t="t" r="r" b="b"/>
            <a:pathLst>
              <a:path w="2931" h="2930" extrusionOk="0">
                <a:moveTo>
                  <a:pt x="1466" y="0"/>
                </a:moveTo>
                <a:cubicBezTo>
                  <a:pt x="1298" y="0"/>
                  <a:pt x="1152" y="147"/>
                  <a:pt x="1152" y="314"/>
                </a:cubicBezTo>
                <a:lnTo>
                  <a:pt x="1152" y="1172"/>
                </a:lnTo>
                <a:lnTo>
                  <a:pt x="315" y="1172"/>
                </a:lnTo>
                <a:cubicBezTo>
                  <a:pt x="147" y="1172"/>
                  <a:pt x="1" y="1298"/>
                  <a:pt x="1" y="1465"/>
                </a:cubicBezTo>
                <a:cubicBezTo>
                  <a:pt x="1" y="1632"/>
                  <a:pt x="147" y="1779"/>
                  <a:pt x="315" y="1779"/>
                </a:cubicBezTo>
                <a:lnTo>
                  <a:pt x="1152" y="1779"/>
                </a:lnTo>
                <a:lnTo>
                  <a:pt x="1152" y="2637"/>
                </a:lnTo>
                <a:cubicBezTo>
                  <a:pt x="1152" y="2804"/>
                  <a:pt x="1298" y="2930"/>
                  <a:pt x="1466" y="2930"/>
                </a:cubicBezTo>
                <a:cubicBezTo>
                  <a:pt x="1633" y="2930"/>
                  <a:pt x="1779" y="2804"/>
                  <a:pt x="1779" y="2637"/>
                </a:cubicBezTo>
                <a:lnTo>
                  <a:pt x="1779" y="1779"/>
                </a:lnTo>
                <a:lnTo>
                  <a:pt x="2616" y="1779"/>
                </a:lnTo>
                <a:cubicBezTo>
                  <a:pt x="2805" y="1779"/>
                  <a:pt x="2930" y="1632"/>
                  <a:pt x="2930" y="1465"/>
                </a:cubicBezTo>
                <a:cubicBezTo>
                  <a:pt x="2930" y="1298"/>
                  <a:pt x="2805" y="1172"/>
                  <a:pt x="2616" y="1172"/>
                </a:cubicBezTo>
                <a:lnTo>
                  <a:pt x="1779" y="1172"/>
                </a:lnTo>
                <a:lnTo>
                  <a:pt x="1779" y="314"/>
                </a:lnTo>
                <a:cubicBezTo>
                  <a:pt x="1779" y="147"/>
                  <a:pt x="1633" y="0"/>
                  <a:pt x="1466" y="0"/>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6"/>
          <p:cNvSpPr/>
          <p:nvPr/>
        </p:nvSpPr>
        <p:spPr>
          <a:xfrm>
            <a:off x="2175680" y="1288146"/>
            <a:ext cx="577253" cy="577221"/>
          </a:xfrm>
          <a:custGeom>
            <a:avLst/>
            <a:gdLst/>
            <a:ahLst/>
            <a:cxnLst/>
            <a:rect l="l" t="t" r="r" b="b"/>
            <a:pathLst>
              <a:path w="4207" h="4207" extrusionOk="0">
                <a:moveTo>
                  <a:pt x="2093" y="1"/>
                </a:moveTo>
                <a:cubicBezTo>
                  <a:pt x="1863" y="1"/>
                  <a:pt x="1654" y="210"/>
                  <a:pt x="1654" y="440"/>
                </a:cubicBezTo>
                <a:lnTo>
                  <a:pt x="1654" y="1675"/>
                </a:lnTo>
                <a:lnTo>
                  <a:pt x="440" y="1675"/>
                </a:lnTo>
                <a:cubicBezTo>
                  <a:pt x="189" y="1675"/>
                  <a:pt x="1" y="1863"/>
                  <a:pt x="1" y="2114"/>
                </a:cubicBezTo>
                <a:cubicBezTo>
                  <a:pt x="1" y="2344"/>
                  <a:pt x="189" y="2553"/>
                  <a:pt x="440" y="2553"/>
                </a:cubicBezTo>
                <a:lnTo>
                  <a:pt x="1654" y="2553"/>
                </a:lnTo>
                <a:lnTo>
                  <a:pt x="1654" y="3767"/>
                </a:lnTo>
                <a:cubicBezTo>
                  <a:pt x="1654" y="4018"/>
                  <a:pt x="1863" y="4206"/>
                  <a:pt x="2093" y="4206"/>
                </a:cubicBezTo>
                <a:cubicBezTo>
                  <a:pt x="2344" y="4206"/>
                  <a:pt x="2533" y="4018"/>
                  <a:pt x="2533" y="3767"/>
                </a:cubicBezTo>
                <a:lnTo>
                  <a:pt x="2533" y="2553"/>
                </a:lnTo>
                <a:lnTo>
                  <a:pt x="3767" y="2553"/>
                </a:lnTo>
                <a:cubicBezTo>
                  <a:pt x="3997" y="2553"/>
                  <a:pt x="4206" y="2344"/>
                  <a:pt x="4206" y="2114"/>
                </a:cubicBezTo>
                <a:cubicBezTo>
                  <a:pt x="4206" y="1863"/>
                  <a:pt x="4018" y="1675"/>
                  <a:pt x="3767" y="1675"/>
                </a:cubicBezTo>
                <a:lnTo>
                  <a:pt x="2533" y="1675"/>
                </a:lnTo>
                <a:lnTo>
                  <a:pt x="2533" y="440"/>
                </a:lnTo>
                <a:cubicBezTo>
                  <a:pt x="2533" y="210"/>
                  <a:pt x="2344" y="1"/>
                  <a:pt x="2093" y="1"/>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6"/>
          <p:cNvSpPr txBox="1"/>
          <p:nvPr/>
        </p:nvSpPr>
        <p:spPr>
          <a:xfrm>
            <a:off x="3166625" y="2587475"/>
            <a:ext cx="5596200" cy="20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2"/>
                </a:solidFill>
                <a:latin typeface="Roboto"/>
                <a:ea typeface="Roboto"/>
                <a:cs typeface="Roboto"/>
                <a:sym typeface="Roboto"/>
              </a:rPr>
              <a:t>Group number: 18</a:t>
            </a:r>
            <a:endParaRPr sz="1800" b="1">
              <a:solidFill>
                <a:schemeClr val="dk2"/>
              </a:solidFill>
              <a:latin typeface="Roboto"/>
              <a:ea typeface="Roboto"/>
              <a:cs typeface="Roboto"/>
              <a:sym typeface="Roboto"/>
            </a:endParaRPr>
          </a:p>
          <a:p>
            <a:pPr marL="0" lvl="0" indent="0" algn="l" rtl="0">
              <a:spcBef>
                <a:spcPts val="0"/>
              </a:spcBef>
              <a:spcAft>
                <a:spcPts val="0"/>
              </a:spcAft>
              <a:buNone/>
            </a:pPr>
            <a:endParaRPr sz="900">
              <a:solidFill>
                <a:schemeClr val="dk2"/>
              </a:solidFill>
              <a:latin typeface="Roboto"/>
              <a:ea typeface="Roboto"/>
              <a:cs typeface="Roboto"/>
              <a:sym typeface="Roboto"/>
            </a:endParaRPr>
          </a:p>
          <a:p>
            <a:pPr marL="0" lvl="0" indent="0" algn="l" rtl="0">
              <a:spcBef>
                <a:spcPts val="0"/>
              </a:spcBef>
              <a:spcAft>
                <a:spcPts val="0"/>
              </a:spcAft>
              <a:buNone/>
            </a:pPr>
            <a:r>
              <a:rPr lang="en" sz="1600">
                <a:solidFill>
                  <a:schemeClr val="dk2"/>
                </a:solidFill>
                <a:latin typeface="Roboto"/>
                <a:ea typeface="Roboto"/>
                <a:cs typeface="Roboto"/>
                <a:sym typeface="Roboto"/>
              </a:rPr>
              <a:t>Group members: </a:t>
            </a:r>
            <a:endParaRPr sz="1600">
              <a:solidFill>
                <a:schemeClr val="dk2"/>
              </a:solidFill>
              <a:latin typeface="Roboto"/>
              <a:ea typeface="Roboto"/>
              <a:cs typeface="Roboto"/>
              <a:sym typeface="Roboto"/>
            </a:endParaRPr>
          </a:p>
          <a:p>
            <a:pPr marL="457200" lvl="0" indent="0" algn="l" rtl="0">
              <a:spcBef>
                <a:spcPts val="0"/>
              </a:spcBef>
              <a:spcAft>
                <a:spcPts val="0"/>
              </a:spcAft>
              <a:buNone/>
            </a:pPr>
            <a:r>
              <a:rPr lang="en" sz="1600">
                <a:solidFill>
                  <a:schemeClr val="dk2"/>
                </a:solidFill>
                <a:latin typeface="Roboto"/>
                <a:ea typeface="Roboto"/>
                <a:cs typeface="Roboto"/>
                <a:sym typeface="Roboto"/>
              </a:rPr>
              <a:t>- Ankita- 20BT30003</a:t>
            </a:r>
            <a:endParaRPr sz="1600">
              <a:solidFill>
                <a:schemeClr val="dk2"/>
              </a:solidFill>
              <a:latin typeface="Roboto"/>
              <a:ea typeface="Roboto"/>
              <a:cs typeface="Roboto"/>
              <a:sym typeface="Roboto"/>
            </a:endParaRPr>
          </a:p>
          <a:p>
            <a:pPr marL="457200" lvl="0" indent="0" algn="l" rtl="0">
              <a:spcBef>
                <a:spcPts val="0"/>
              </a:spcBef>
              <a:spcAft>
                <a:spcPts val="0"/>
              </a:spcAft>
              <a:buNone/>
            </a:pPr>
            <a:r>
              <a:rPr lang="en" sz="1600">
                <a:solidFill>
                  <a:schemeClr val="dk2"/>
                </a:solidFill>
                <a:latin typeface="Roboto"/>
                <a:ea typeface="Roboto"/>
                <a:cs typeface="Roboto"/>
                <a:sym typeface="Roboto"/>
              </a:rPr>
              <a:t>- Kasis Lundia- 19PH20015</a:t>
            </a:r>
            <a:endParaRPr sz="1600">
              <a:solidFill>
                <a:schemeClr val="dk2"/>
              </a:solidFill>
              <a:latin typeface="Roboto"/>
              <a:ea typeface="Roboto"/>
              <a:cs typeface="Roboto"/>
              <a:sym typeface="Roboto"/>
            </a:endParaRPr>
          </a:p>
          <a:p>
            <a:pPr marL="457200" lvl="0" indent="0" algn="l" rtl="0">
              <a:spcBef>
                <a:spcPts val="0"/>
              </a:spcBef>
              <a:spcAft>
                <a:spcPts val="0"/>
              </a:spcAft>
              <a:buNone/>
            </a:pPr>
            <a:r>
              <a:rPr lang="en" sz="1600">
                <a:solidFill>
                  <a:schemeClr val="dk2"/>
                </a:solidFill>
                <a:latin typeface="Roboto"/>
                <a:ea typeface="Roboto"/>
                <a:cs typeface="Roboto"/>
                <a:sym typeface="Roboto"/>
              </a:rPr>
              <a:t>- Keerti Panchakshari Charantimath- 19MA20059</a:t>
            </a:r>
            <a:endParaRPr sz="1600">
              <a:solidFill>
                <a:schemeClr val="dk2"/>
              </a:solidFill>
              <a:latin typeface="Roboto"/>
              <a:ea typeface="Roboto"/>
              <a:cs typeface="Roboto"/>
              <a:sym typeface="Roboto"/>
            </a:endParaRPr>
          </a:p>
          <a:p>
            <a:pPr marL="457200" lvl="0" indent="0" algn="l" rtl="0">
              <a:spcBef>
                <a:spcPts val="0"/>
              </a:spcBef>
              <a:spcAft>
                <a:spcPts val="0"/>
              </a:spcAft>
              <a:buClr>
                <a:schemeClr val="dk1"/>
              </a:buClr>
              <a:buSzPts val="1100"/>
              <a:buFont typeface="Arial"/>
              <a:buNone/>
            </a:pPr>
            <a:r>
              <a:rPr lang="en" sz="1600">
                <a:solidFill>
                  <a:schemeClr val="dk2"/>
                </a:solidFill>
                <a:latin typeface="Roboto"/>
                <a:ea typeface="Roboto"/>
                <a:cs typeface="Roboto"/>
                <a:sym typeface="Roboto"/>
              </a:rPr>
              <a:t>- Pallavi Bhaskar- 20AG10027</a:t>
            </a:r>
            <a:endParaRPr sz="1600">
              <a:solidFill>
                <a:schemeClr val="dk2"/>
              </a:solidFill>
              <a:latin typeface="Roboto"/>
              <a:ea typeface="Roboto"/>
              <a:cs typeface="Roboto"/>
              <a:sym typeface="Roboto"/>
            </a:endParaRPr>
          </a:p>
          <a:p>
            <a:pPr marL="457200" lvl="0" indent="0" algn="l" rtl="0">
              <a:spcBef>
                <a:spcPts val="0"/>
              </a:spcBef>
              <a:spcAft>
                <a:spcPts val="0"/>
              </a:spcAft>
              <a:buNone/>
            </a:pPr>
            <a:r>
              <a:rPr lang="en" sz="1600">
                <a:solidFill>
                  <a:schemeClr val="dk2"/>
                </a:solidFill>
                <a:latin typeface="Roboto"/>
                <a:ea typeface="Roboto"/>
                <a:cs typeface="Roboto"/>
                <a:sym typeface="Roboto"/>
              </a:rPr>
              <a:t>-</a:t>
            </a:r>
            <a:r>
              <a:rPr lang="en" sz="1600" b="1">
                <a:solidFill>
                  <a:schemeClr val="dk2"/>
                </a:solidFill>
                <a:latin typeface="Roboto"/>
                <a:ea typeface="Roboto"/>
                <a:cs typeface="Roboto"/>
                <a:sym typeface="Roboto"/>
              </a:rPr>
              <a:t> </a:t>
            </a:r>
            <a:r>
              <a:rPr lang="en" sz="1600">
                <a:solidFill>
                  <a:schemeClr val="dk2"/>
                </a:solidFill>
                <a:latin typeface="Roboto"/>
                <a:ea typeface="Roboto"/>
                <a:cs typeface="Roboto"/>
                <a:sym typeface="Roboto"/>
              </a:rPr>
              <a:t>Parv Maheshwari- 19MA20033</a:t>
            </a:r>
            <a:endParaRPr sz="1600">
              <a:solidFill>
                <a:schemeClr val="dk2"/>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99"/>
        <p:cNvGrpSpPr/>
        <p:nvPr/>
      </p:nvGrpSpPr>
      <p:grpSpPr>
        <a:xfrm>
          <a:off x="0" y="0"/>
          <a:ext cx="0" cy="0"/>
          <a:chOff x="0" y="0"/>
          <a:chExt cx="0" cy="0"/>
        </a:xfrm>
      </p:grpSpPr>
      <p:sp>
        <p:nvSpPr>
          <p:cNvPr id="400" name="Google Shape;400;p47"/>
          <p:cNvSpPr txBox="1">
            <a:spLocks noGrp="1"/>
          </p:cNvSpPr>
          <p:nvPr>
            <p:ph type="title"/>
          </p:nvPr>
        </p:nvSpPr>
        <p:spPr>
          <a:xfrm>
            <a:off x="714150" y="430181"/>
            <a:ext cx="771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401" name="Google Shape;401;p47"/>
          <p:cNvSpPr/>
          <p:nvPr/>
        </p:nvSpPr>
        <p:spPr>
          <a:xfrm>
            <a:off x="421994" y="2007720"/>
            <a:ext cx="292121" cy="292121"/>
          </a:xfrm>
          <a:custGeom>
            <a:avLst/>
            <a:gdLst/>
            <a:ahLst/>
            <a:cxnLst/>
            <a:rect l="l" t="t" r="r" b="b"/>
            <a:pathLst>
              <a:path w="7994" h="7994" extrusionOk="0">
                <a:moveTo>
                  <a:pt x="3997" y="0"/>
                </a:moveTo>
                <a:cubicBezTo>
                  <a:pt x="3537" y="0"/>
                  <a:pt x="3160" y="377"/>
                  <a:pt x="3160" y="837"/>
                </a:cubicBezTo>
                <a:lnTo>
                  <a:pt x="3160" y="3160"/>
                </a:lnTo>
                <a:lnTo>
                  <a:pt x="858" y="3160"/>
                </a:lnTo>
                <a:cubicBezTo>
                  <a:pt x="377" y="3160"/>
                  <a:pt x="1" y="3536"/>
                  <a:pt x="1" y="3997"/>
                </a:cubicBezTo>
                <a:cubicBezTo>
                  <a:pt x="1" y="4457"/>
                  <a:pt x="377" y="4834"/>
                  <a:pt x="858" y="4834"/>
                </a:cubicBezTo>
                <a:lnTo>
                  <a:pt x="3160" y="4834"/>
                </a:lnTo>
                <a:lnTo>
                  <a:pt x="3160" y="7156"/>
                </a:lnTo>
                <a:cubicBezTo>
                  <a:pt x="3160" y="7617"/>
                  <a:pt x="3537" y="7993"/>
                  <a:pt x="3997" y="7993"/>
                </a:cubicBezTo>
                <a:cubicBezTo>
                  <a:pt x="4457" y="7993"/>
                  <a:pt x="4855" y="7617"/>
                  <a:pt x="4855" y="7156"/>
                </a:cubicBezTo>
                <a:lnTo>
                  <a:pt x="4855" y="4834"/>
                </a:lnTo>
                <a:lnTo>
                  <a:pt x="7156" y="4834"/>
                </a:lnTo>
                <a:cubicBezTo>
                  <a:pt x="7617" y="4834"/>
                  <a:pt x="7993" y="4457"/>
                  <a:pt x="7993" y="3997"/>
                </a:cubicBezTo>
                <a:cubicBezTo>
                  <a:pt x="7993" y="3536"/>
                  <a:pt x="7617" y="3160"/>
                  <a:pt x="7156" y="3160"/>
                </a:cubicBezTo>
                <a:lnTo>
                  <a:pt x="4855" y="3160"/>
                </a:lnTo>
                <a:lnTo>
                  <a:pt x="4855" y="837"/>
                </a:lnTo>
                <a:cubicBezTo>
                  <a:pt x="4855" y="377"/>
                  <a:pt x="4457" y="0"/>
                  <a:pt x="3997" y="0"/>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7"/>
          <p:cNvSpPr/>
          <p:nvPr/>
        </p:nvSpPr>
        <p:spPr>
          <a:xfrm>
            <a:off x="2952743" y="4246224"/>
            <a:ext cx="353398" cy="353314"/>
          </a:xfrm>
          <a:custGeom>
            <a:avLst/>
            <a:gdLst/>
            <a:ahLst/>
            <a:cxnLst/>
            <a:rect l="l" t="t" r="r" b="b"/>
            <a:pathLst>
              <a:path w="2931" h="2930" extrusionOk="0">
                <a:moveTo>
                  <a:pt x="1466" y="0"/>
                </a:moveTo>
                <a:cubicBezTo>
                  <a:pt x="1298" y="0"/>
                  <a:pt x="1152" y="147"/>
                  <a:pt x="1152" y="314"/>
                </a:cubicBezTo>
                <a:lnTo>
                  <a:pt x="1152" y="1172"/>
                </a:lnTo>
                <a:lnTo>
                  <a:pt x="315" y="1172"/>
                </a:lnTo>
                <a:cubicBezTo>
                  <a:pt x="147" y="1172"/>
                  <a:pt x="1" y="1298"/>
                  <a:pt x="1" y="1465"/>
                </a:cubicBezTo>
                <a:cubicBezTo>
                  <a:pt x="1" y="1632"/>
                  <a:pt x="147" y="1779"/>
                  <a:pt x="315" y="1779"/>
                </a:cubicBezTo>
                <a:lnTo>
                  <a:pt x="1152" y="1779"/>
                </a:lnTo>
                <a:lnTo>
                  <a:pt x="1152" y="2637"/>
                </a:lnTo>
                <a:cubicBezTo>
                  <a:pt x="1152" y="2804"/>
                  <a:pt x="1298" y="2930"/>
                  <a:pt x="1466" y="2930"/>
                </a:cubicBezTo>
                <a:cubicBezTo>
                  <a:pt x="1633" y="2930"/>
                  <a:pt x="1779" y="2804"/>
                  <a:pt x="1779" y="2637"/>
                </a:cubicBezTo>
                <a:lnTo>
                  <a:pt x="1779" y="1779"/>
                </a:lnTo>
                <a:lnTo>
                  <a:pt x="2616" y="1779"/>
                </a:lnTo>
                <a:cubicBezTo>
                  <a:pt x="2805" y="1779"/>
                  <a:pt x="2930" y="1632"/>
                  <a:pt x="2930" y="1465"/>
                </a:cubicBezTo>
                <a:cubicBezTo>
                  <a:pt x="2930" y="1298"/>
                  <a:pt x="2805" y="1172"/>
                  <a:pt x="2616" y="1172"/>
                </a:cubicBezTo>
                <a:lnTo>
                  <a:pt x="1779" y="1172"/>
                </a:lnTo>
                <a:lnTo>
                  <a:pt x="1779" y="314"/>
                </a:lnTo>
                <a:cubicBezTo>
                  <a:pt x="1779" y="147"/>
                  <a:pt x="1633" y="0"/>
                  <a:pt x="1466" y="0"/>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7"/>
          <p:cNvSpPr/>
          <p:nvPr/>
        </p:nvSpPr>
        <p:spPr>
          <a:xfrm>
            <a:off x="1194605" y="544221"/>
            <a:ext cx="577253" cy="577221"/>
          </a:xfrm>
          <a:custGeom>
            <a:avLst/>
            <a:gdLst/>
            <a:ahLst/>
            <a:cxnLst/>
            <a:rect l="l" t="t" r="r" b="b"/>
            <a:pathLst>
              <a:path w="4207" h="4207" extrusionOk="0">
                <a:moveTo>
                  <a:pt x="2093" y="1"/>
                </a:moveTo>
                <a:cubicBezTo>
                  <a:pt x="1863" y="1"/>
                  <a:pt x="1654" y="210"/>
                  <a:pt x="1654" y="440"/>
                </a:cubicBezTo>
                <a:lnTo>
                  <a:pt x="1654" y="1675"/>
                </a:lnTo>
                <a:lnTo>
                  <a:pt x="440" y="1675"/>
                </a:lnTo>
                <a:cubicBezTo>
                  <a:pt x="189" y="1675"/>
                  <a:pt x="1" y="1863"/>
                  <a:pt x="1" y="2114"/>
                </a:cubicBezTo>
                <a:cubicBezTo>
                  <a:pt x="1" y="2344"/>
                  <a:pt x="189" y="2553"/>
                  <a:pt x="440" y="2553"/>
                </a:cubicBezTo>
                <a:lnTo>
                  <a:pt x="1654" y="2553"/>
                </a:lnTo>
                <a:lnTo>
                  <a:pt x="1654" y="3767"/>
                </a:lnTo>
                <a:cubicBezTo>
                  <a:pt x="1654" y="4018"/>
                  <a:pt x="1863" y="4206"/>
                  <a:pt x="2093" y="4206"/>
                </a:cubicBezTo>
                <a:cubicBezTo>
                  <a:pt x="2344" y="4206"/>
                  <a:pt x="2533" y="4018"/>
                  <a:pt x="2533" y="3767"/>
                </a:cubicBezTo>
                <a:lnTo>
                  <a:pt x="2533" y="2553"/>
                </a:lnTo>
                <a:lnTo>
                  <a:pt x="3767" y="2553"/>
                </a:lnTo>
                <a:cubicBezTo>
                  <a:pt x="3997" y="2553"/>
                  <a:pt x="4206" y="2344"/>
                  <a:pt x="4206" y="2114"/>
                </a:cubicBezTo>
                <a:cubicBezTo>
                  <a:pt x="4206" y="1863"/>
                  <a:pt x="4018" y="1675"/>
                  <a:pt x="3767" y="1675"/>
                </a:cubicBezTo>
                <a:lnTo>
                  <a:pt x="2533" y="1675"/>
                </a:lnTo>
                <a:lnTo>
                  <a:pt x="2533" y="440"/>
                </a:lnTo>
                <a:cubicBezTo>
                  <a:pt x="2533" y="210"/>
                  <a:pt x="2344" y="1"/>
                  <a:pt x="2093" y="1"/>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7"/>
          <p:cNvSpPr txBox="1"/>
          <p:nvPr/>
        </p:nvSpPr>
        <p:spPr>
          <a:xfrm>
            <a:off x="457350" y="1509600"/>
            <a:ext cx="8229300" cy="15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Roboto"/>
                <a:ea typeface="Roboto"/>
                <a:cs typeface="Roboto"/>
                <a:sym typeface="Roboto"/>
              </a:rPr>
              <a:t>Challenges Faced by Book Lovers in Current Approaches:</a:t>
            </a:r>
            <a:endParaRPr b="1">
              <a:solidFill>
                <a:schemeClr val="dk2"/>
              </a:solidFill>
              <a:latin typeface="Roboto"/>
              <a:ea typeface="Roboto"/>
              <a:cs typeface="Roboto"/>
              <a:sym typeface="Roboto"/>
            </a:endParaRPr>
          </a:p>
          <a:p>
            <a:pPr marL="0" lvl="0" indent="0" algn="l" rtl="0">
              <a:spcBef>
                <a:spcPts val="0"/>
              </a:spcBef>
              <a:spcAft>
                <a:spcPts val="0"/>
              </a:spcAft>
              <a:buNone/>
            </a:pPr>
            <a:endParaRPr sz="700" b="1">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b="1">
                <a:solidFill>
                  <a:schemeClr val="dk2"/>
                </a:solidFill>
                <a:latin typeface="Roboto"/>
                <a:ea typeface="Roboto"/>
                <a:cs typeface="Roboto"/>
                <a:sym typeface="Roboto"/>
              </a:rPr>
              <a:t>Limited access </a:t>
            </a:r>
            <a:r>
              <a:rPr lang="en" sz="1300">
                <a:solidFill>
                  <a:schemeClr val="dk2"/>
                </a:solidFill>
                <a:latin typeface="Roboto"/>
                <a:ea typeface="Roboto"/>
                <a:cs typeface="Roboto"/>
                <a:sym typeface="Roboto"/>
              </a:rPr>
              <a:t>to diverse books in remote areas</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b="1">
                <a:solidFill>
                  <a:schemeClr val="dk2"/>
                </a:solidFill>
                <a:latin typeface="Roboto"/>
                <a:ea typeface="Roboto"/>
                <a:cs typeface="Roboto"/>
                <a:sym typeface="Roboto"/>
              </a:rPr>
              <a:t>Space constraints </a:t>
            </a:r>
            <a:r>
              <a:rPr lang="en" sz="1300">
                <a:solidFill>
                  <a:schemeClr val="dk2"/>
                </a:solidFill>
                <a:latin typeface="Roboto"/>
                <a:ea typeface="Roboto"/>
                <a:cs typeface="Roboto"/>
                <a:sym typeface="Roboto"/>
              </a:rPr>
              <a:t>from physical book storage</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Reading can be a solitary activity, leading to feelings of </a:t>
            </a:r>
            <a:r>
              <a:rPr lang="en" sz="1300" b="1">
                <a:solidFill>
                  <a:schemeClr val="dk2"/>
                </a:solidFill>
                <a:latin typeface="Roboto"/>
                <a:ea typeface="Roboto"/>
                <a:cs typeface="Roboto"/>
                <a:sym typeface="Roboto"/>
              </a:rPr>
              <a:t>isolation</a:t>
            </a:r>
            <a:endParaRPr sz="1300" b="1">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b="1">
                <a:solidFill>
                  <a:schemeClr val="dk2"/>
                </a:solidFill>
                <a:latin typeface="Roboto"/>
                <a:ea typeface="Roboto"/>
                <a:cs typeface="Roboto"/>
                <a:sym typeface="Roboto"/>
              </a:rPr>
              <a:t>Limited exposure</a:t>
            </a:r>
            <a:r>
              <a:rPr lang="en" sz="1300">
                <a:solidFill>
                  <a:schemeClr val="dk2"/>
                </a:solidFill>
                <a:latin typeface="Roboto"/>
                <a:ea typeface="Roboto"/>
                <a:cs typeface="Roboto"/>
                <a:sym typeface="Roboto"/>
              </a:rPr>
              <a:t> to new authors and genres</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b="1">
                <a:solidFill>
                  <a:schemeClr val="dk2"/>
                </a:solidFill>
                <a:latin typeface="Roboto"/>
                <a:ea typeface="Roboto"/>
                <a:cs typeface="Roboto"/>
                <a:sym typeface="Roboto"/>
              </a:rPr>
              <a:t>Resistance to adopting digital platforms</a:t>
            </a:r>
            <a:r>
              <a:rPr lang="en" sz="1300">
                <a:solidFill>
                  <a:schemeClr val="dk2"/>
                </a:solidFill>
                <a:latin typeface="Roboto"/>
                <a:ea typeface="Roboto"/>
                <a:cs typeface="Roboto"/>
                <a:sym typeface="Roboto"/>
              </a:rPr>
              <a:t> among traditional book lovers</a:t>
            </a:r>
            <a:endParaRPr sz="1300">
              <a:solidFill>
                <a:schemeClr val="dk2"/>
              </a:solidFill>
              <a:latin typeface="Roboto"/>
              <a:ea typeface="Roboto"/>
              <a:cs typeface="Roboto"/>
              <a:sym typeface="Roboto"/>
            </a:endParaRPr>
          </a:p>
        </p:txBody>
      </p:sp>
      <p:sp>
        <p:nvSpPr>
          <p:cNvPr id="405" name="Google Shape;405;p47"/>
          <p:cNvSpPr txBox="1"/>
          <p:nvPr/>
        </p:nvSpPr>
        <p:spPr>
          <a:xfrm>
            <a:off x="389875" y="932400"/>
            <a:ext cx="8373000" cy="5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Roboto"/>
                <a:ea typeface="Roboto"/>
                <a:cs typeface="Roboto"/>
                <a:sym typeface="Roboto"/>
              </a:rPr>
              <a:t>Idea: </a:t>
            </a:r>
            <a:r>
              <a:rPr lang="en">
                <a:solidFill>
                  <a:schemeClr val="dk2"/>
                </a:solidFill>
                <a:latin typeface="Roboto"/>
                <a:ea typeface="Roboto"/>
                <a:cs typeface="Roboto"/>
                <a:sym typeface="Roboto"/>
              </a:rPr>
              <a:t>To establish a B2C digital book rental service for hassle-free book access and combine it with offline book cafes to boost social interaction and enrich the reading experience for customers.</a:t>
            </a:r>
            <a:endParaRPr>
              <a:solidFill>
                <a:schemeClr val="dk2"/>
              </a:solidFill>
              <a:latin typeface="Roboto"/>
              <a:ea typeface="Roboto"/>
              <a:cs typeface="Roboto"/>
              <a:sym typeface="Roboto"/>
            </a:endParaRPr>
          </a:p>
          <a:p>
            <a:pPr marL="0" lvl="0" indent="0" algn="l" rtl="0">
              <a:spcBef>
                <a:spcPts val="0"/>
              </a:spcBef>
              <a:spcAft>
                <a:spcPts val="0"/>
              </a:spcAft>
              <a:buNone/>
            </a:pPr>
            <a:endParaRPr>
              <a:solidFill>
                <a:schemeClr val="dk1"/>
              </a:solidFill>
            </a:endParaRPr>
          </a:p>
        </p:txBody>
      </p:sp>
      <p:sp>
        <p:nvSpPr>
          <p:cNvPr id="406" name="Google Shape;406;p47"/>
          <p:cNvSpPr txBox="1"/>
          <p:nvPr/>
        </p:nvSpPr>
        <p:spPr>
          <a:xfrm>
            <a:off x="457350" y="3042825"/>
            <a:ext cx="7572600" cy="18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Roboto"/>
                <a:ea typeface="Roboto"/>
                <a:cs typeface="Roboto"/>
                <a:sym typeface="Roboto"/>
              </a:rPr>
              <a:t>Our solution:</a:t>
            </a:r>
            <a:endParaRPr b="1">
              <a:solidFill>
                <a:schemeClr val="dk2"/>
              </a:solidFill>
              <a:latin typeface="Roboto"/>
              <a:ea typeface="Roboto"/>
              <a:cs typeface="Roboto"/>
              <a:sym typeface="Roboto"/>
            </a:endParaRPr>
          </a:p>
          <a:p>
            <a:pPr marL="0" lvl="0" indent="0" algn="l" rtl="0">
              <a:spcBef>
                <a:spcPts val="0"/>
              </a:spcBef>
              <a:spcAft>
                <a:spcPts val="0"/>
              </a:spcAft>
              <a:buNone/>
            </a:pPr>
            <a:endParaRPr sz="700" b="1">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Problem- Lack of time for physical bookstores</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Solution- Digital book rental + offline cafes</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Goal- Foster community and reading culture</a:t>
            </a:r>
            <a:endParaRPr sz="1300">
              <a:solidFill>
                <a:schemeClr val="dk2"/>
              </a:solidFill>
              <a:latin typeface="Roboto"/>
              <a:ea typeface="Roboto"/>
              <a:cs typeface="Roboto"/>
              <a:sym typeface="Roboto"/>
            </a:endParaRPr>
          </a:p>
          <a:p>
            <a:pPr marL="0" lvl="0" indent="0" algn="l" rtl="0">
              <a:lnSpc>
                <a:spcPct val="115000"/>
              </a:lnSpc>
              <a:spcBef>
                <a:spcPts val="0"/>
              </a:spcBef>
              <a:spcAft>
                <a:spcPts val="0"/>
              </a:spcAft>
              <a:buNone/>
            </a:pPr>
            <a:endParaRPr sz="400">
              <a:solidFill>
                <a:schemeClr val="dk2"/>
              </a:solidFill>
              <a:latin typeface="Roboto"/>
              <a:ea typeface="Roboto"/>
              <a:cs typeface="Roboto"/>
              <a:sym typeface="Roboto"/>
            </a:endParaRPr>
          </a:p>
          <a:p>
            <a:pPr marL="0" lvl="0" indent="0" algn="l" rtl="0">
              <a:lnSpc>
                <a:spcPct val="115000"/>
              </a:lnSpc>
              <a:spcBef>
                <a:spcPts val="0"/>
              </a:spcBef>
              <a:spcAft>
                <a:spcPts val="0"/>
              </a:spcAft>
              <a:buNone/>
            </a:pPr>
            <a:r>
              <a:rPr lang="en" sz="1300">
                <a:solidFill>
                  <a:schemeClr val="dk2"/>
                </a:solidFill>
                <a:latin typeface="Roboto"/>
                <a:ea typeface="Roboto"/>
                <a:cs typeface="Roboto"/>
                <a:sym typeface="Roboto"/>
              </a:rPr>
              <a:t>By online renting and catalogues, users can see what all is available to rent, or buy in the book cafe near them. In this scattered market of renting, this initiative will focus on bringing a PAN Indian player.</a:t>
            </a:r>
            <a:endParaRPr sz="1300">
              <a:solidFill>
                <a:schemeClr val="dk2"/>
              </a:solidFill>
              <a:latin typeface="Roboto"/>
              <a:ea typeface="Roboto"/>
              <a:cs typeface="Roboto"/>
              <a:sym typeface="Roboto"/>
            </a:endParaRPr>
          </a:p>
          <a:p>
            <a:pPr marL="0" lvl="0" indent="0" algn="l" rtl="0">
              <a:lnSpc>
                <a:spcPct val="115000"/>
              </a:lnSpc>
              <a:spcBef>
                <a:spcPts val="0"/>
              </a:spcBef>
              <a:spcAft>
                <a:spcPts val="0"/>
              </a:spcAft>
              <a:buNone/>
            </a:pPr>
            <a:endParaRPr sz="1200">
              <a:solidFill>
                <a:schemeClr val="dk2"/>
              </a:solidFill>
              <a:latin typeface="Roboto"/>
              <a:ea typeface="Roboto"/>
              <a:cs typeface="Roboto"/>
              <a:sym typeface="Roboto"/>
            </a:endParaRPr>
          </a:p>
        </p:txBody>
      </p:sp>
      <p:grpSp>
        <p:nvGrpSpPr>
          <p:cNvPr id="407" name="Google Shape;407;p47"/>
          <p:cNvGrpSpPr/>
          <p:nvPr/>
        </p:nvGrpSpPr>
        <p:grpSpPr>
          <a:xfrm>
            <a:off x="7901008" y="269202"/>
            <a:ext cx="750429" cy="687644"/>
            <a:chOff x="9144000" y="840363"/>
            <a:chExt cx="1618700" cy="1880350"/>
          </a:xfrm>
        </p:grpSpPr>
        <p:sp>
          <p:nvSpPr>
            <p:cNvPr id="408" name="Google Shape;408;p47"/>
            <p:cNvSpPr/>
            <p:nvPr/>
          </p:nvSpPr>
          <p:spPr>
            <a:xfrm>
              <a:off x="10502475" y="1331363"/>
              <a:ext cx="88425" cy="92575"/>
            </a:xfrm>
            <a:custGeom>
              <a:avLst/>
              <a:gdLst/>
              <a:ahLst/>
              <a:cxnLst/>
              <a:rect l="l" t="t" r="r" b="b"/>
              <a:pathLst>
                <a:path w="3537" h="3703" extrusionOk="0">
                  <a:moveTo>
                    <a:pt x="1435" y="0"/>
                  </a:moveTo>
                  <a:cubicBezTo>
                    <a:pt x="1368" y="901"/>
                    <a:pt x="935" y="1501"/>
                    <a:pt x="1" y="1668"/>
                  </a:cubicBezTo>
                  <a:cubicBezTo>
                    <a:pt x="34" y="1768"/>
                    <a:pt x="67" y="1868"/>
                    <a:pt x="67" y="2002"/>
                  </a:cubicBezTo>
                  <a:cubicBezTo>
                    <a:pt x="701" y="2068"/>
                    <a:pt x="1068" y="2469"/>
                    <a:pt x="1235" y="3036"/>
                  </a:cubicBezTo>
                  <a:lnTo>
                    <a:pt x="1235" y="3069"/>
                  </a:lnTo>
                  <a:cubicBezTo>
                    <a:pt x="1268" y="3136"/>
                    <a:pt x="1335" y="3236"/>
                    <a:pt x="1368" y="3336"/>
                  </a:cubicBezTo>
                  <a:cubicBezTo>
                    <a:pt x="1402" y="3469"/>
                    <a:pt x="1402" y="3569"/>
                    <a:pt x="1435" y="3703"/>
                  </a:cubicBezTo>
                  <a:cubicBezTo>
                    <a:pt x="2069" y="3136"/>
                    <a:pt x="2269" y="2135"/>
                    <a:pt x="3537" y="1802"/>
                  </a:cubicBezTo>
                  <a:cubicBezTo>
                    <a:pt x="2236" y="1535"/>
                    <a:pt x="2102" y="501"/>
                    <a:pt x="1435" y="34"/>
                  </a:cubicBezTo>
                  <a:lnTo>
                    <a:pt x="1435" y="0"/>
                  </a:lnTo>
                  <a:close/>
                </a:path>
              </a:pathLst>
            </a:custGeom>
            <a:solidFill>
              <a:srgbClr val="ECE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7"/>
            <p:cNvSpPr/>
            <p:nvPr/>
          </p:nvSpPr>
          <p:spPr>
            <a:xfrm>
              <a:off x="9305800" y="1579038"/>
              <a:ext cx="944025" cy="894825"/>
            </a:xfrm>
            <a:custGeom>
              <a:avLst/>
              <a:gdLst/>
              <a:ahLst/>
              <a:cxnLst/>
              <a:rect l="l" t="t" r="r" b="b"/>
              <a:pathLst>
                <a:path w="37761" h="35793" extrusionOk="0">
                  <a:moveTo>
                    <a:pt x="12303" y="1"/>
                  </a:moveTo>
                  <a:cubicBezTo>
                    <a:pt x="11948" y="1"/>
                    <a:pt x="11639" y="246"/>
                    <a:pt x="11275" y="667"/>
                  </a:cubicBezTo>
                  <a:cubicBezTo>
                    <a:pt x="9173" y="3169"/>
                    <a:pt x="7005" y="5638"/>
                    <a:pt x="4904" y="8139"/>
                  </a:cubicBezTo>
                  <a:cubicBezTo>
                    <a:pt x="3236" y="10074"/>
                    <a:pt x="1401" y="11809"/>
                    <a:pt x="0" y="13944"/>
                  </a:cubicBezTo>
                  <a:cubicBezTo>
                    <a:pt x="400" y="14978"/>
                    <a:pt x="1334" y="15545"/>
                    <a:pt x="2102" y="16212"/>
                  </a:cubicBezTo>
                  <a:cubicBezTo>
                    <a:pt x="9507" y="22383"/>
                    <a:pt x="16846" y="28688"/>
                    <a:pt x="24251" y="34859"/>
                  </a:cubicBezTo>
                  <a:cubicBezTo>
                    <a:pt x="24718" y="35125"/>
                    <a:pt x="24985" y="35659"/>
                    <a:pt x="25518" y="35793"/>
                  </a:cubicBezTo>
                  <a:cubicBezTo>
                    <a:pt x="26085" y="35726"/>
                    <a:pt x="26352" y="35292"/>
                    <a:pt x="26686" y="34925"/>
                  </a:cubicBezTo>
                  <a:cubicBezTo>
                    <a:pt x="29354" y="31957"/>
                    <a:pt x="31956" y="28888"/>
                    <a:pt x="34558" y="25852"/>
                  </a:cubicBezTo>
                  <a:cubicBezTo>
                    <a:pt x="35626" y="24618"/>
                    <a:pt x="36960" y="23584"/>
                    <a:pt x="37527" y="21983"/>
                  </a:cubicBezTo>
                  <a:cubicBezTo>
                    <a:pt x="37760" y="21382"/>
                    <a:pt x="37527" y="20982"/>
                    <a:pt x="37060" y="20582"/>
                  </a:cubicBezTo>
                  <a:cubicBezTo>
                    <a:pt x="29088" y="13877"/>
                    <a:pt x="21149" y="7139"/>
                    <a:pt x="13210" y="434"/>
                  </a:cubicBezTo>
                  <a:cubicBezTo>
                    <a:pt x="12854" y="136"/>
                    <a:pt x="12566" y="1"/>
                    <a:pt x="123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7"/>
            <p:cNvSpPr/>
            <p:nvPr/>
          </p:nvSpPr>
          <p:spPr>
            <a:xfrm>
              <a:off x="9144000" y="1927613"/>
              <a:ext cx="782250" cy="735550"/>
            </a:xfrm>
            <a:custGeom>
              <a:avLst/>
              <a:gdLst/>
              <a:ahLst/>
              <a:cxnLst/>
              <a:rect l="l" t="t" r="r" b="b"/>
              <a:pathLst>
                <a:path w="31290" h="29422" extrusionOk="0">
                  <a:moveTo>
                    <a:pt x="6472" y="1"/>
                  </a:moveTo>
                  <a:cubicBezTo>
                    <a:pt x="6239" y="201"/>
                    <a:pt x="5938" y="368"/>
                    <a:pt x="5738" y="601"/>
                  </a:cubicBezTo>
                  <a:cubicBezTo>
                    <a:pt x="4337" y="2202"/>
                    <a:pt x="3070" y="3903"/>
                    <a:pt x="1602" y="5404"/>
                  </a:cubicBezTo>
                  <a:cubicBezTo>
                    <a:pt x="1" y="7072"/>
                    <a:pt x="134" y="8140"/>
                    <a:pt x="1836" y="9674"/>
                  </a:cubicBezTo>
                  <a:cubicBezTo>
                    <a:pt x="2903" y="10608"/>
                    <a:pt x="4004" y="11476"/>
                    <a:pt x="5071" y="12376"/>
                  </a:cubicBezTo>
                  <a:cubicBezTo>
                    <a:pt x="7573" y="14478"/>
                    <a:pt x="10108" y="16546"/>
                    <a:pt x="12543" y="18681"/>
                  </a:cubicBezTo>
                  <a:cubicBezTo>
                    <a:pt x="14378" y="20315"/>
                    <a:pt x="16346" y="21816"/>
                    <a:pt x="18181" y="23384"/>
                  </a:cubicBezTo>
                  <a:cubicBezTo>
                    <a:pt x="20582" y="25452"/>
                    <a:pt x="22884" y="27587"/>
                    <a:pt x="25486" y="29422"/>
                  </a:cubicBezTo>
                  <a:cubicBezTo>
                    <a:pt x="25853" y="27520"/>
                    <a:pt x="27020" y="26086"/>
                    <a:pt x="28354" y="24785"/>
                  </a:cubicBezTo>
                  <a:cubicBezTo>
                    <a:pt x="29255" y="23918"/>
                    <a:pt x="29922" y="22884"/>
                    <a:pt x="30689" y="21916"/>
                  </a:cubicBezTo>
                  <a:cubicBezTo>
                    <a:pt x="30990" y="21583"/>
                    <a:pt x="31290" y="21216"/>
                    <a:pt x="30990" y="20715"/>
                  </a:cubicBezTo>
                  <a:cubicBezTo>
                    <a:pt x="26153" y="16579"/>
                    <a:pt x="21316" y="12476"/>
                    <a:pt x="16479" y="8373"/>
                  </a:cubicBezTo>
                  <a:cubicBezTo>
                    <a:pt x="13144" y="5571"/>
                    <a:pt x="9808" y="2803"/>
                    <a:pt x="6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7"/>
            <p:cNvSpPr/>
            <p:nvPr/>
          </p:nvSpPr>
          <p:spPr>
            <a:xfrm>
              <a:off x="9793650" y="2128588"/>
              <a:ext cx="527050" cy="569400"/>
            </a:xfrm>
            <a:custGeom>
              <a:avLst/>
              <a:gdLst/>
              <a:ahLst/>
              <a:cxnLst/>
              <a:rect l="l" t="t" r="r" b="b"/>
              <a:pathLst>
                <a:path w="21082" h="22776" extrusionOk="0">
                  <a:moveTo>
                    <a:pt x="18013" y="1"/>
                  </a:moveTo>
                  <a:cubicBezTo>
                    <a:pt x="17713" y="268"/>
                    <a:pt x="17413" y="534"/>
                    <a:pt x="17146" y="835"/>
                  </a:cubicBezTo>
                  <a:cubicBezTo>
                    <a:pt x="13410" y="5104"/>
                    <a:pt x="9707" y="9407"/>
                    <a:pt x="6004" y="13677"/>
                  </a:cubicBezTo>
                  <a:cubicBezTo>
                    <a:pt x="5979" y="13675"/>
                    <a:pt x="5953" y="13674"/>
                    <a:pt x="5928" y="13674"/>
                  </a:cubicBezTo>
                  <a:cubicBezTo>
                    <a:pt x="5566" y="13674"/>
                    <a:pt x="5289" y="13894"/>
                    <a:pt x="5070" y="14144"/>
                  </a:cubicBezTo>
                  <a:cubicBezTo>
                    <a:pt x="3669" y="15745"/>
                    <a:pt x="2202" y="17313"/>
                    <a:pt x="867" y="18981"/>
                  </a:cubicBezTo>
                  <a:cubicBezTo>
                    <a:pt x="0" y="20082"/>
                    <a:pt x="134" y="21082"/>
                    <a:pt x="1201" y="22083"/>
                  </a:cubicBezTo>
                  <a:cubicBezTo>
                    <a:pt x="1725" y="22542"/>
                    <a:pt x="2226" y="22776"/>
                    <a:pt x="2730" y="22776"/>
                  </a:cubicBezTo>
                  <a:cubicBezTo>
                    <a:pt x="3251" y="22776"/>
                    <a:pt x="3777" y="22525"/>
                    <a:pt x="4337" y="22016"/>
                  </a:cubicBezTo>
                  <a:cubicBezTo>
                    <a:pt x="4670" y="21716"/>
                    <a:pt x="4970" y="21383"/>
                    <a:pt x="5170" y="20949"/>
                  </a:cubicBezTo>
                  <a:cubicBezTo>
                    <a:pt x="5271" y="20682"/>
                    <a:pt x="5237" y="20382"/>
                    <a:pt x="5037" y="20182"/>
                  </a:cubicBezTo>
                  <a:cubicBezTo>
                    <a:pt x="4337" y="19481"/>
                    <a:pt x="4670" y="18948"/>
                    <a:pt x="5170" y="18314"/>
                  </a:cubicBezTo>
                  <a:cubicBezTo>
                    <a:pt x="5492" y="17912"/>
                    <a:pt x="5813" y="17704"/>
                    <a:pt x="6171" y="17704"/>
                  </a:cubicBezTo>
                  <a:cubicBezTo>
                    <a:pt x="6408" y="17704"/>
                    <a:pt x="6660" y="17795"/>
                    <a:pt x="6938" y="17980"/>
                  </a:cubicBezTo>
                  <a:cubicBezTo>
                    <a:pt x="7030" y="18035"/>
                    <a:pt x="7152" y="18060"/>
                    <a:pt x="7277" y="18060"/>
                  </a:cubicBezTo>
                  <a:cubicBezTo>
                    <a:pt x="7379" y="18060"/>
                    <a:pt x="7482" y="18044"/>
                    <a:pt x="7572" y="18014"/>
                  </a:cubicBezTo>
                  <a:cubicBezTo>
                    <a:pt x="8339" y="17580"/>
                    <a:pt x="8773" y="16779"/>
                    <a:pt x="9407" y="16246"/>
                  </a:cubicBezTo>
                  <a:cubicBezTo>
                    <a:pt x="12976" y="12109"/>
                    <a:pt x="16545" y="8006"/>
                    <a:pt x="20148" y="3870"/>
                  </a:cubicBezTo>
                  <a:cubicBezTo>
                    <a:pt x="20481" y="3470"/>
                    <a:pt x="21082" y="3103"/>
                    <a:pt x="20782" y="2369"/>
                  </a:cubicBezTo>
                  <a:cubicBezTo>
                    <a:pt x="19848" y="1568"/>
                    <a:pt x="18914" y="801"/>
                    <a:pt x="18013" y="1"/>
                  </a:cubicBezTo>
                  <a:close/>
                </a:path>
              </a:pathLst>
            </a:custGeom>
            <a:solidFill>
              <a:srgbClr val="F7F7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7"/>
            <p:cNvSpPr/>
            <p:nvPr/>
          </p:nvSpPr>
          <p:spPr>
            <a:xfrm>
              <a:off x="10021300" y="2182338"/>
              <a:ext cx="324425" cy="364100"/>
            </a:xfrm>
            <a:custGeom>
              <a:avLst/>
              <a:gdLst/>
              <a:ahLst/>
              <a:cxnLst/>
              <a:rect l="l" t="t" r="r" b="b"/>
              <a:pathLst>
                <a:path w="12977" h="14564" extrusionOk="0">
                  <a:moveTo>
                    <a:pt x="12340" y="1"/>
                  </a:moveTo>
                  <a:cubicBezTo>
                    <a:pt x="12125" y="1"/>
                    <a:pt x="11895" y="139"/>
                    <a:pt x="11676" y="219"/>
                  </a:cubicBezTo>
                  <a:cubicBezTo>
                    <a:pt x="11008" y="1020"/>
                    <a:pt x="10375" y="1854"/>
                    <a:pt x="9708" y="2654"/>
                  </a:cubicBezTo>
                  <a:cubicBezTo>
                    <a:pt x="6472" y="6390"/>
                    <a:pt x="3236" y="10126"/>
                    <a:pt x="1" y="13896"/>
                  </a:cubicBezTo>
                  <a:cubicBezTo>
                    <a:pt x="56" y="14309"/>
                    <a:pt x="225" y="14563"/>
                    <a:pt x="584" y="14563"/>
                  </a:cubicBezTo>
                  <a:cubicBezTo>
                    <a:pt x="659" y="14563"/>
                    <a:pt x="742" y="14552"/>
                    <a:pt x="835" y="14529"/>
                  </a:cubicBezTo>
                  <a:cubicBezTo>
                    <a:pt x="4671" y="10126"/>
                    <a:pt x="8507" y="5723"/>
                    <a:pt x="12343" y="1320"/>
                  </a:cubicBezTo>
                  <a:cubicBezTo>
                    <a:pt x="12610" y="1020"/>
                    <a:pt x="12977" y="686"/>
                    <a:pt x="12743" y="252"/>
                  </a:cubicBezTo>
                  <a:cubicBezTo>
                    <a:pt x="12622" y="64"/>
                    <a:pt x="12485" y="1"/>
                    <a:pt x="123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7"/>
            <p:cNvSpPr/>
            <p:nvPr/>
          </p:nvSpPr>
          <p:spPr>
            <a:xfrm>
              <a:off x="9766950" y="2445488"/>
              <a:ext cx="176825" cy="275225"/>
            </a:xfrm>
            <a:custGeom>
              <a:avLst/>
              <a:gdLst/>
              <a:ahLst/>
              <a:cxnLst/>
              <a:rect l="l" t="t" r="r" b="b"/>
              <a:pathLst>
                <a:path w="7073" h="11009" extrusionOk="0">
                  <a:moveTo>
                    <a:pt x="6072" y="0"/>
                  </a:moveTo>
                  <a:cubicBezTo>
                    <a:pt x="4938" y="1768"/>
                    <a:pt x="3537" y="3370"/>
                    <a:pt x="2102" y="4937"/>
                  </a:cubicBezTo>
                  <a:cubicBezTo>
                    <a:pt x="1135" y="5971"/>
                    <a:pt x="1" y="7039"/>
                    <a:pt x="568" y="8707"/>
                  </a:cubicBezTo>
                  <a:cubicBezTo>
                    <a:pt x="1035" y="9174"/>
                    <a:pt x="1535" y="9674"/>
                    <a:pt x="2035" y="10108"/>
                  </a:cubicBezTo>
                  <a:cubicBezTo>
                    <a:pt x="2701" y="10709"/>
                    <a:pt x="3320" y="11009"/>
                    <a:pt x="3925" y="11009"/>
                  </a:cubicBezTo>
                  <a:cubicBezTo>
                    <a:pt x="4564" y="11009"/>
                    <a:pt x="5188" y="10675"/>
                    <a:pt x="5838" y="10008"/>
                  </a:cubicBezTo>
                  <a:cubicBezTo>
                    <a:pt x="6272" y="9607"/>
                    <a:pt x="6605" y="9107"/>
                    <a:pt x="6972" y="8673"/>
                  </a:cubicBezTo>
                  <a:cubicBezTo>
                    <a:pt x="7030" y="8124"/>
                    <a:pt x="6763" y="7926"/>
                    <a:pt x="6343" y="7926"/>
                  </a:cubicBezTo>
                  <a:cubicBezTo>
                    <a:pt x="6278" y="7926"/>
                    <a:pt x="6210" y="7931"/>
                    <a:pt x="6138" y="7939"/>
                  </a:cubicBezTo>
                  <a:cubicBezTo>
                    <a:pt x="5805" y="8306"/>
                    <a:pt x="5438" y="8673"/>
                    <a:pt x="5138" y="9040"/>
                  </a:cubicBezTo>
                  <a:cubicBezTo>
                    <a:pt x="4721" y="9557"/>
                    <a:pt x="4312" y="9791"/>
                    <a:pt x="3895" y="9791"/>
                  </a:cubicBezTo>
                  <a:cubicBezTo>
                    <a:pt x="3478" y="9791"/>
                    <a:pt x="3053" y="9557"/>
                    <a:pt x="2603" y="9140"/>
                  </a:cubicBezTo>
                  <a:cubicBezTo>
                    <a:pt x="1468" y="8106"/>
                    <a:pt x="1368" y="7639"/>
                    <a:pt x="2269" y="6538"/>
                  </a:cubicBezTo>
                  <a:cubicBezTo>
                    <a:pt x="3870" y="4704"/>
                    <a:pt x="5471" y="2836"/>
                    <a:pt x="7072" y="1001"/>
                  </a:cubicBezTo>
                  <a:cubicBezTo>
                    <a:pt x="6839" y="534"/>
                    <a:pt x="6539" y="201"/>
                    <a:pt x="6072" y="0"/>
                  </a:cubicBezTo>
                  <a:close/>
                </a:path>
              </a:pathLst>
            </a:custGeom>
            <a:solidFill>
              <a:srgbClr val="6657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7"/>
            <p:cNvSpPr/>
            <p:nvPr/>
          </p:nvSpPr>
          <p:spPr>
            <a:xfrm>
              <a:off x="9887050" y="2557163"/>
              <a:ext cx="146775" cy="159375"/>
            </a:xfrm>
            <a:custGeom>
              <a:avLst/>
              <a:gdLst/>
              <a:ahLst/>
              <a:cxnLst/>
              <a:rect l="l" t="t" r="r" b="b"/>
              <a:pathLst>
                <a:path w="5871" h="6375" extrusionOk="0">
                  <a:moveTo>
                    <a:pt x="2341" y="1"/>
                  </a:moveTo>
                  <a:cubicBezTo>
                    <a:pt x="1807" y="1"/>
                    <a:pt x="1333" y="401"/>
                    <a:pt x="901" y="1171"/>
                  </a:cubicBezTo>
                  <a:cubicBezTo>
                    <a:pt x="834" y="1304"/>
                    <a:pt x="734" y="1404"/>
                    <a:pt x="634" y="1471"/>
                  </a:cubicBezTo>
                  <a:cubicBezTo>
                    <a:pt x="0" y="2005"/>
                    <a:pt x="0" y="2472"/>
                    <a:pt x="767" y="2939"/>
                  </a:cubicBezTo>
                  <a:cubicBezTo>
                    <a:pt x="1001" y="3072"/>
                    <a:pt x="1134" y="3306"/>
                    <a:pt x="1334" y="3506"/>
                  </a:cubicBezTo>
                  <a:cubicBezTo>
                    <a:pt x="1668" y="3639"/>
                    <a:pt x="2002" y="3839"/>
                    <a:pt x="2168" y="4206"/>
                  </a:cubicBezTo>
                  <a:cubicBezTo>
                    <a:pt x="3136" y="4907"/>
                    <a:pt x="4103" y="5607"/>
                    <a:pt x="5170" y="6375"/>
                  </a:cubicBezTo>
                  <a:cubicBezTo>
                    <a:pt x="5271" y="5607"/>
                    <a:pt x="5337" y="5040"/>
                    <a:pt x="5437" y="4473"/>
                  </a:cubicBezTo>
                  <a:cubicBezTo>
                    <a:pt x="5604" y="3372"/>
                    <a:pt x="5871" y="2238"/>
                    <a:pt x="4637" y="1504"/>
                  </a:cubicBezTo>
                  <a:cubicBezTo>
                    <a:pt x="4603" y="904"/>
                    <a:pt x="4170" y="804"/>
                    <a:pt x="3703" y="737"/>
                  </a:cubicBezTo>
                  <a:cubicBezTo>
                    <a:pt x="3207" y="242"/>
                    <a:pt x="2756" y="1"/>
                    <a:pt x="2341" y="1"/>
                  </a:cubicBezTo>
                  <a:close/>
                </a:path>
              </a:pathLst>
            </a:custGeom>
            <a:solidFill>
              <a:srgbClr val="9B74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7"/>
            <p:cNvSpPr/>
            <p:nvPr/>
          </p:nvSpPr>
          <p:spPr>
            <a:xfrm>
              <a:off x="9979600" y="2529713"/>
              <a:ext cx="62575" cy="65075"/>
            </a:xfrm>
            <a:custGeom>
              <a:avLst/>
              <a:gdLst/>
              <a:ahLst/>
              <a:cxnLst/>
              <a:rect l="l" t="t" r="r" b="b"/>
              <a:pathLst>
                <a:path w="2503" h="2603" extrusionOk="0">
                  <a:moveTo>
                    <a:pt x="1669" y="1"/>
                  </a:moveTo>
                  <a:cubicBezTo>
                    <a:pt x="1135" y="601"/>
                    <a:pt x="568" y="1235"/>
                    <a:pt x="1" y="1835"/>
                  </a:cubicBezTo>
                  <a:cubicBezTo>
                    <a:pt x="334" y="2069"/>
                    <a:pt x="635" y="2336"/>
                    <a:pt x="935" y="2602"/>
                  </a:cubicBezTo>
                  <a:cubicBezTo>
                    <a:pt x="1468" y="1935"/>
                    <a:pt x="2002" y="1268"/>
                    <a:pt x="2503" y="634"/>
                  </a:cubicBezTo>
                  <a:cubicBezTo>
                    <a:pt x="2236" y="401"/>
                    <a:pt x="1969" y="201"/>
                    <a:pt x="1669" y="1"/>
                  </a:cubicBezTo>
                  <a:close/>
                </a:path>
              </a:pathLst>
            </a:custGeom>
            <a:solidFill>
              <a:srgbClr val="6657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7"/>
            <p:cNvSpPr/>
            <p:nvPr/>
          </p:nvSpPr>
          <p:spPr>
            <a:xfrm>
              <a:off x="10074675" y="840363"/>
              <a:ext cx="132625" cy="170800"/>
            </a:xfrm>
            <a:custGeom>
              <a:avLst/>
              <a:gdLst/>
              <a:ahLst/>
              <a:cxnLst/>
              <a:rect l="l" t="t" r="r" b="b"/>
              <a:pathLst>
                <a:path w="5305" h="6832" extrusionOk="0">
                  <a:moveTo>
                    <a:pt x="3384" y="0"/>
                  </a:moveTo>
                  <a:cubicBezTo>
                    <a:pt x="3062" y="0"/>
                    <a:pt x="2736" y="60"/>
                    <a:pt x="2402" y="226"/>
                  </a:cubicBezTo>
                  <a:cubicBezTo>
                    <a:pt x="1468" y="393"/>
                    <a:pt x="934" y="1094"/>
                    <a:pt x="768" y="1827"/>
                  </a:cubicBezTo>
                  <a:cubicBezTo>
                    <a:pt x="334" y="3462"/>
                    <a:pt x="0" y="5130"/>
                    <a:pt x="0" y="6831"/>
                  </a:cubicBezTo>
                  <a:cubicBezTo>
                    <a:pt x="634" y="6397"/>
                    <a:pt x="1268" y="5964"/>
                    <a:pt x="1602" y="5263"/>
                  </a:cubicBezTo>
                  <a:cubicBezTo>
                    <a:pt x="2132" y="5538"/>
                    <a:pt x="2674" y="5686"/>
                    <a:pt x="3228" y="5686"/>
                  </a:cubicBezTo>
                  <a:cubicBezTo>
                    <a:pt x="3614" y="5686"/>
                    <a:pt x="4006" y="5614"/>
                    <a:pt x="4404" y="5463"/>
                  </a:cubicBezTo>
                  <a:cubicBezTo>
                    <a:pt x="4704" y="3762"/>
                    <a:pt x="5004" y="2028"/>
                    <a:pt x="5304" y="326"/>
                  </a:cubicBezTo>
                  <a:cubicBezTo>
                    <a:pt x="4659" y="237"/>
                    <a:pt x="4029" y="0"/>
                    <a:pt x="33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7"/>
            <p:cNvSpPr/>
            <p:nvPr/>
          </p:nvSpPr>
          <p:spPr>
            <a:xfrm>
              <a:off x="9973775" y="1484813"/>
              <a:ext cx="129275" cy="162625"/>
            </a:xfrm>
            <a:custGeom>
              <a:avLst/>
              <a:gdLst/>
              <a:ahLst/>
              <a:cxnLst/>
              <a:rect l="l" t="t" r="r" b="b"/>
              <a:pathLst>
                <a:path w="5171" h="6505" extrusionOk="0">
                  <a:moveTo>
                    <a:pt x="3468" y="0"/>
                  </a:moveTo>
                  <a:cubicBezTo>
                    <a:pt x="3094" y="0"/>
                    <a:pt x="2717" y="62"/>
                    <a:pt x="2335" y="233"/>
                  </a:cubicBezTo>
                  <a:cubicBezTo>
                    <a:pt x="1568" y="400"/>
                    <a:pt x="1201" y="967"/>
                    <a:pt x="801" y="1568"/>
                  </a:cubicBezTo>
                  <a:cubicBezTo>
                    <a:pt x="334" y="3169"/>
                    <a:pt x="34" y="4803"/>
                    <a:pt x="0" y="6505"/>
                  </a:cubicBezTo>
                  <a:cubicBezTo>
                    <a:pt x="367" y="5704"/>
                    <a:pt x="1068" y="5304"/>
                    <a:pt x="1802" y="4937"/>
                  </a:cubicBezTo>
                  <a:cubicBezTo>
                    <a:pt x="2005" y="4892"/>
                    <a:pt x="2206" y="4874"/>
                    <a:pt x="2407" y="4874"/>
                  </a:cubicBezTo>
                  <a:cubicBezTo>
                    <a:pt x="3094" y="4874"/>
                    <a:pt x="3765" y="5085"/>
                    <a:pt x="4437" y="5137"/>
                  </a:cubicBezTo>
                  <a:cubicBezTo>
                    <a:pt x="4670" y="3502"/>
                    <a:pt x="4937" y="1868"/>
                    <a:pt x="5171" y="267"/>
                  </a:cubicBezTo>
                  <a:cubicBezTo>
                    <a:pt x="4605" y="146"/>
                    <a:pt x="4040" y="0"/>
                    <a:pt x="34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7"/>
            <p:cNvSpPr/>
            <p:nvPr/>
          </p:nvSpPr>
          <p:spPr>
            <a:xfrm>
              <a:off x="10051325" y="1009613"/>
              <a:ext cx="127625" cy="148300"/>
            </a:xfrm>
            <a:custGeom>
              <a:avLst/>
              <a:gdLst/>
              <a:ahLst/>
              <a:cxnLst/>
              <a:rect l="l" t="t" r="r" b="b"/>
              <a:pathLst>
                <a:path w="5105" h="5932" extrusionOk="0">
                  <a:moveTo>
                    <a:pt x="3296" y="0"/>
                  </a:moveTo>
                  <a:cubicBezTo>
                    <a:pt x="2965" y="0"/>
                    <a:pt x="2633" y="43"/>
                    <a:pt x="2302" y="161"/>
                  </a:cubicBezTo>
                  <a:cubicBezTo>
                    <a:pt x="1568" y="428"/>
                    <a:pt x="1068" y="895"/>
                    <a:pt x="701" y="1562"/>
                  </a:cubicBezTo>
                  <a:cubicBezTo>
                    <a:pt x="267" y="2996"/>
                    <a:pt x="34" y="4431"/>
                    <a:pt x="0" y="5932"/>
                  </a:cubicBezTo>
                  <a:cubicBezTo>
                    <a:pt x="401" y="5065"/>
                    <a:pt x="1101" y="4531"/>
                    <a:pt x="2035" y="4264"/>
                  </a:cubicBezTo>
                  <a:cubicBezTo>
                    <a:pt x="2162" y="4259"/>
                    <a:pt x="2289" y="4256"/>
                    <a:pt x="2415" y="4256"/>
                  </a:cubicBezTo>
                  <a:cubicBezTo>
                    <a:pt x="3088" y="4256"/>
                    <a:pt x="3758" y="4334"/>
                    <a:pt x="4404" y="4531"/>
                  </a:cubicBezTo>
                  <a:cubicBezTo>
                    <a:pt x="4637" y="3097"/>
                    <a:pt x="4871" y="1662"/>
                    <a:pt x="5104" y="228"/>
                  </a:cubicBezTo>
                  <a:cubicBezTo>
                    <a:pt x="4501" y="142"/>
                    <a:pt x="3899" y="0"/>
                    <a:pt x="3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7"/>
            <p:cNvSpPr/>
            <p:nvPr/>
          </p:nvSpPr>
          <p:spPr>
            <a:xfrm>
              <a:off x="10077175" y="848513"/>
              <a:ext cx="685525" cy="860050"/>
            </a:xfrm>
            <a:custGeom>
              <a:avLst/>
              <a:gdLst/>
              <a:ahLst/>
              <a:cxnLst/>
              <a:rect l="l" t="t" r="r" b="b"/>
              <a:pathLst>
                <a:path w="27421" h="34402" extrusionOk="0">
                  <a:moveTo>
                    <a:pt x="5204" y="0"/>
                  </a:moveTo>
                  <a:cubicBezTo>
                    <a:pt x="4837" y="234"/>
                    <a:pt x="4671" y="601"/>
                    <a:pt x="4604" y="1001"/>
                  </a:cubicBezTo>
                  <a:cubicBezTo>
                    <a:pt x="4404" y="2335"/>
                    <a:pt x="4103" y="3703"/>
                    <a:pt x="4003" y="5071"/>
                  </a:cubicBezTo>
                  <a:cubicBezTo>
                    <a:pt x="3870" y="5571"/>
                    <a:pt x="3803" y="6105"/>
                    <a:pt x="3770" y="6638"/>
                  </a:cubicBezTo>
                  <a:cubicBezTo>
                    <a:pt x="3436" y="8039"/>
                    <a:pt x="3236" y="9440"/>
                    <a:pt x="3103" y="10875"/>
                  </a:cubicBezTo>
                  <a:cubicBezTo>
                    <a:pt x="2602" y="12976"/>
                    <a:pt x="2369" y="15078"/>
                    <a:pt x="2035" y="17213"/>
                  </a:cubicBezTo>
                  <a:cubicBezTo>
                    <a:pt x="1602" y="19981"/>
                    <a:pt x="1068" y="22750"/>
                    <a:pt x="768" y="25552"/>
                  </a:cubicBezTo>
                  <a:cubicBezTo>
                    <a:pt x="401" y="26920"/>
                    <a:pt x="267" y="28321"/>
                    <a:pt x="67" y="29688"/>
                  </a:cubicBezTo>
                  <a:cubicBezTo>
                    <a:pt x="1" y="30022"/>
                    <a:pt x="34" y="30355"/>
                    <a:pt x="234" y="30656"/>
                  </a:cubicBezTo>
                  <a:cubicBezTo>
                    <a:pt x="634" y="31056"/>
                    <a:pt x="1168" y="31089"/>
                    <a:pt x="1702" y="31189"/>
                  </a:cubicBezTo>
                  <a:cubicBezTo>
                    <a:pt x="8273" y="32223"/>
                    <a:pt x="14844" y="33291"/>
                    <a:pt x="21449" y="34325"/>
                  </a:cubicBezTo>
                  <a:cubicBezTo>
                    <a:pt x="21661" y="34363"/>
                    <a:pt x="21873" y="34402"/>
                    <a:pt x="22085" y="34402"/>
                  </a:cubicBezTo>
                  <a:cubicBezTo>
                    <a:pt x="22240" y="34402"/>
                    <a:pt x="22395" y="34381"/>
                    <a:pt x="22550" y="34325"/>
                  </a:cubicBezTo>
                  <a:cubicBezTo>
                    <a:pt x="24118" y="24385"/>
                    <a:pt x="25719" y="14444"/>
                    <a:pt x="27320" y="4504"/>
                  </a:cubicBezTo>
                  <a:cubicBezTo>
                    <a:pt x="27420" y="3803"/>
                    <a:pt x="27220" y="3470"/>
                    <a:pt x="26486" y="3336"/>
                  </a:cubicBezTo>
                  <a:cubicBezTo>
                    <a:pt x="19414" y="2235"/>
                    <a:pt x="12309" y="1135"/>
                    <a:pt x="52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7"/>
            <p:cNvSpPr/>
            <p:nvPr/>
          </p:nvSpPr>
          <p:spPr>
            <a:xfrm>
              <a:off x="9992125" y="1107013"/>
              <a:ext cx="170125" cy="527075"/>
            </a:xfrm>
            <a:custGeom>
              <a:avLst/>
              <a:gdLst/>
              <a:ahLst/>
              <a:cxnLst/>
              <a:rect l="l" t="t" r="r" b="b"/>
              <a:pathLst>
                <a:path w="6805" h="21083" extrusionOk="0">
                  <a:moveTo>
                    <a:pt x="5197" y="0"/>
                  </a:moveTo>
                  <a:cubicBezTo>
                    <a:pt x="4197" y="0"/>
                    <a:pt x="3104" y="481"/>
                    <a:pt x="2635" y="1235"/>
                  </a:cubicBezTo>
                  <a:cubicBezTo>
                    <a:pt x="1234" y="6372"/>
                    <a:pt x="867" y="11276"/>
                    <a:pt x="0" y="16380"/>
                  </a:cubicBezTo>
                  <a:cubicBezTo>
                    <a:pt x="6305" y="13277"/>
                    <a:pt x="3269" y="21083"/>
                    <a:pt x="6805" y="635"/>
                  </a:cubicBezTo>
                  <a:cubicBezTo>
                    <a:pt x="6429" y="194"/>
                    <a:pt x="5832" y="0"/>
                    <a:pt x="51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7"/>
            <p:cNvSpPr/>
            <p:nvPr/>
          </p:nvSpPr>
          <p:spPr>
            <a:xfrm>
              <a:off x="9952075" y="1599138"/>
              <a:ext cx="688850" cy="253175"/>
            </a:xfrm>
            <a:custGeom>
              <a:avLst/>
              <a:gdLst/>
              <a:ahLst/>
              <a:cxnLst/>
              <a:rect l="l" t="t" r="r" b="b"/>
              <a:pathLst>
                <a:path w="27554" h="10127" extrusionOk="0">
                  <a:moveTo>
                    <a:pt x="3689" y="1"/>
                  </a:moveTo>
                  <a:cubicBezTo>
                    <a:pt x="3400" y="1"/>
                    <a:pt x="3103" y="30"/>
                    <a:pt x="2803" y="64"/>
                  </a:cubicBezTo>
                  <a:cubicBezTo>
                    <a:pt x="1936" y="464"/>
                    <a:pt x="968" y="731"/>
                    <a:pt x="868" y="1932"/>
                  </a:cubicBezTo>
                  <a:cubicBezTo>
                    <a:pt x="1" y="4066"/>
                    <a:pt x="835" y="6101"/>
                    <a:pt x="2803" y="6435"/>
                  </a:cubicBezTo>
                  <a:cubicBezTo>
                    <a:pt x="10475" y="7669"/>
                    <a:pt x="18147" y="8870"/>
                    <a:pt x="25819" y="10104"/>
                  </a:cubicBezTo>
                  <a:cubicBezTo>
                    <a:pt x="25919" y="10119"/>
                    <a:pt x="26009" y="10127"/>
                    <a:pt x="26091" y="10127"/>
                  </a:cubicBezTo>
                  <a:cubicBezTo>
                    <a:pt x="26560" y="10127"/>
                    <a:pt x="26753" y="9881"/>
                    <a:pt x="26753" y="9370"/>
                  </a:cubicBezTo>
                  <a:cubicBezTo>
                    <a:pt x="26520" y="9003"/>
                    <a:pt x="26420" y="8536"/>
                    <a:pt x="25986" y="8336"/>
                  </a:cubicBezTo>
                  <a:cubicBezTo>
                    <a:pt x="25886" y="8370"/>
                    <a:pt x="25819" y="8403"/>
                    <a:pt x="25753" y="8470"/>
                  </a:cubicBezTo>
                  <a:cubicBezTo>
                    <a:pt x="25605" y="8636"/>
                    <a:pt x="25436" y="8679"/>
                    <a:pt x="25259" y="8679"/>
                  </a:cubicBezTo>
                  <a:cubicBezTo>
                    <a:pt x="25116" y="8679"/>
                    <a:pt x="24967" y="8651"/>
                    <a:pt x="24819" y="8636"/>
                  </a:cubicBezTo>
                  <a:cubicBezTo>
                    <a:pt x="24352" y="8603"/>
                    <a:pt x="23885" y="8436"/>
                    <a:pt x="23418" y="8436"/>
                  </a:cubicBezTo>
                  <a:cubicBezTo>
                    <a:pt x="18314" y="7669"/>
                    <a:pt x="13244" y="6802"/>
                    <a:pt x="8140" y="6068"/>
                  </a:cubicBezTo>
                  <a:cubicBezTo>
                    <a:pt x="8023" y="6156"/>
                    <a:pt x="7921" y="6191"/>
                    <a:pt x="7831" y="6191"/>
                  </a:cubicBezTo>
                  <a:cubicBezTo>
                    <a:pt x="7509" y="6191"/>
                    <a:pt x="7318" y="5753"/>
                    <a:pt x="7006" y="5701"/>
                  </a:cubicBezTo>
                  <a:cubicBezTo>
                    <a:pt x="6572" y="5568"/>
                    <a:pt x="6105" y="5501"/>
                    <a:pt x="5638" y="5467"/>
                  </a:cubicBezTo>
                  <a:cubicBezTo>
                    <a:pt x="5394" y="5486"/>
                    <a:pt x="5150" y="5579"/>
                    <a:pt x="4917" y="5579"/>
                  </a:cubicBezTo>
                  <a:cubicBezTo>
                    <a:pt x="4737" y="5579"/>
                    <a:pt x="4564" y="5523"/>
                    <a:pt x="4404" y="5334"/>
                  </a:cubicBezTo>
                  <a:cubicBezTo>
                    <a:pt x="4071" y="5134"/>
                    <a:pt x="3670" y="5134"/>
                    <a:pt x="3303" y="5067"/>
                  </a:cubicBezTo>
                  <a:cubicBezTo>
                    <a:pt x="2236" y="4900"/>
                    <a:pt x="1702" y="3933"/>
                    <a:pt x="2069" y="2899"/>
                  </a:cubicBezTo>
                  <a:cubicBezTo>
                    <a:pt x="2169" y="2599"/>
                    <a:pt x="2403" y="2365"/>
                    <a:pt x="2569" y="2098"/>
                  </a:cubicBezTo>
                  <a:cubicBezTo>
                    <a:pt x="2841" y="1807"/>
                    <a:pt x="3147" y="1731"/>
                    <a:pt x="3473" y="1731"/>
                  </a:cubicBezTo>
                  <a:cubicBezTo>
                    <a:pt x="3708" y="1731"/>
                    <a:pt x="3953" y="1770"/>
                    <a:pt x="4204" y="1798"/>
                  </a:cubicBezTo>
                  <a:cubicBezTo>
                    <a:pt x="11576" y="2966"/>
                    <a:pt x="18948" y="4167"/>
                    <a:pt x="26320" y="5334"/>
                  </a:cubicBezTo>
                  <a:cubicBezTo>
                    <a:pt x="26449" y="5364"/>
                    <a:pt x="26575" y="5382"/>
                    <a:pt x="26696" y="5382"/>
                  </a:cubicBezTo>
                  <a:cubicBezTo>
                    <a:pt x="26983" y="5382"/>
                    <a:pt x="27243" y="5282"/>
                    <a:pt x="27454" y="5000"/>
                  </a:cubicBezTo>
                  <a:cubicBezTo>
                    <a:pt x="27487" y="4767"/>
                    <a:pt x="27521" y="4533"/>
                    <a:pt x="27554" y="4300"/>
                  </a:cubicBezTo>
                  <a:cubicBezTo>
                    <a:pt x="27220" y="4000"/>
                    <a:pt x="26753" y="3966"/>
                    <a:pt x="26320" y="3900"/>
                  </a:cubicBezTo>
                  <a:cubicBezTo>
                    <a:pt x="19315" y="2799"/>
                    <a:pt x="12310" y="1665"/>
                    <a:pt x="5305" y="564"/>
                  </a:cubicBezTo>
                  <a:cubicBezTo>
                    <a:pt x="4815" y="119"/>
                    <a:pt x="4267" y="1"/>
                    <a:pt x="36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7"/>
            <p:cNvSpPr/>
            <p:nvPr/>
          </p:nvSpPr>
          <p:spPr>
            <a:xfrm>
              <a:off x="10064675" y="970863"/>
              <a:ext cx="120100" cy="73400"/>
            </a:xfrm>
            <a:custGeom>
              <a:avLst/>
              <a:gdLst/>
              <a:ahLst/>
              <a:cxnLst/>
              <a:rect l="l" t="t" r="r" b="b"/>
              <a:pathLst>
                <a:path w="4804" h="2936" extrusionOk="0">
                  <a:moveTo>
                    <a:pt x="3149" y="1"/>
                  </a:moveTo>
                  <a:cubicBezTo>
                    <a:pt x="1903" y="1"/>
                    <a:pt x="870" y="483"/>
                    <a:pt x="400" y="1611"/>
                  </a:cubicBezTo>
                  <a:cubicBezTo>
                    <a:pt x="200" y="2111"/>
                    <a:pt x="0" y="2812"/>
                    <a:pt x="200" y="2912"/>
                  </a:cubicBezTo>
                  <a:cubicBezTo>
                    <a:pt x="222" y="2928"/>
                    <a:pt x="249" y="2936"/>
                    <a:pt x="279" y="2936"/>
                  </a:cubicBezTo>
                  <a:cubicBezTo>
                    <a:pt x="431" y="2936"/>
                    <a:pt x="672" y="2746"/>
                    <a:pt x="867" y="2578"/>
                  </a:cubicBezTo>
                  <a:cubicBezTo>
                    <a:pt x="1268" y="2078"/>
                    <a:pt x="1835" y="1544"/>
                    <a:pt x="2569" y="1511"/>
                  </a:cubicBezTo>
                  <a:cubicBezTo>
                    <a:pt x="2594" y="1510"/>
                    <a:pt x="2618" y="1509"/>
                    <a:pt x="2643" y="1509"/>
                  </a:cubicBezTo>
                  <a:cubicBezTo>
                    <a:pt x="3224" y="1509"/>
                    <a:pt x="3630" y="1807"/>
                    <a:pt x="4001" y="1807"/>
                  </a:cubicBezTo>
                  <a:cubicBezTo>
                    <a:pt x="4092" y="1807"/>
                    <a:pt x="4181" y="1789"/>
                    <a:pt x="4270" y="1744"/>
                  </a:cubicBezTo>
                  <a:cubicBezTo>
                    <a:pt x="4537" y="1611"/>
                    <a:pt x="4804" y="1244"/>
                    <a:pt x="4804" y="243"/>
                  </a:cubicBezTo>
                  <a:cubicBezTo>
                    <a:pt x="4232" y="86"/>
                    <a:pt x="3672" y="1"/>
                    <a:pt x="31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7"/>
            <p:cNvSpPr/>
            <p:nvPr/>
          </p:nvSpPr>
          <p:spPr>
            <a:xfrm>
              <a:off x="10596725" y="1724138"/>
              <a:ext cx="41700" cy="108425"/>
            </a:xfrm>
            <a:custGeom>
              <a:avLst/>
              <a:gdLst/>
              <a:ahLst/>
              <a:cxnLst/>
              <a:rect l="l" t="t" r="r" b="b"/>
              <a:pathLst>
                <a:path w="1668" h="4337" extrusionOk="0">
                  <a:moveTo>
                    <a:pt x="1668" y="0"/>
                  </a:moveTo>
                  <a:cubicBezTo>
                    <a:pt x="1368" y="34"/>
                    <a:pt x="1034" y="67"/>
                    <a:pt x="734" y="101"/>
                  </a:cubicBezTo>
                  <a:cubicBezTo>
                    <a:pt x="467" y="201"/>
                    <a:pt x="367" y="434"/>
                    <a:pt x="334" y="701"/>
                  </a:cubicBezTo>
                  <a:cubicBezTo>
                    <a:pt x="267" y="834"/>
                    <a:pt x="267" y="968"/>
                    <a:pt x="234" y="1135"/>
                  </a:cubicBezTo>
                  <a:cubicBezTo>
                    <a:pt x="200" y="1301"/>
                    <a:pt x="167" y="1502"/>
                    <a:pt x="167" y="1702"/>
                  </a:cubicBezTo>
                  <a:cubicBezTo>
                    <a:pt x="100" y="1902"/>
                    <a:pt x="100" y="2069"/>
                    <a:pt x="67" y="2269"/>
                  </a:cubicBezTo>
                  <a:cubicBezTo>
                    <a:pt x="0" y="2469"/>
                    <a:pt x="0" y="2669"/>
                    <a:pt x="0" y="2869"/>
                  </a:cubicBezTo>
                  <a:cubicBezTo>
                    <a:pt x="0" y="3103"/>
                    <a:pt x="33" y="3303"/>
                    <a:pt x="234" y="3403"/>
                  </a:cubicBezTo>
                  <a:cubicBezTo>
                    <a:pt x="100" y="4003"/>
                    <a:pt x="500" y="4203"/>
                    <a:pt x="967" y="4337"/>
                  </a:cubicBezTo>
                  <a:cubicBezTo>
                    <a:pt x="1201" y="2903"/>
                    <a:pt x="1434" y="1468"/>
                    <a:pt x="1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7"/>
            <p:cNvSpPr/>
            <p:nvPr/>
          </p:nvSpPr>
          <p:spPr>
            <a:xfrm>
              <a:off x="10225625" y="1145088"/>
              <a:ext cx="376125" cy="411175"/>
            </a:xfrm>
            <a:custGeom>
              <a:avLst/>
              <a:gdLst/>
              <a:ahLst/>
              <a:cxnLst/>
              <a:rect l="l" t="t" r="r" b="b"/>
              <a:pathLst>
                <a:path w="15045" h="16447" extrusionOk="0">
                  <a:moveTo>
                    <a:pt x="3161" y="0"/>
                  </a:moveTo>
                  <a:cubicBezTo>
                    <a:pt x="2467" y="0"/>
                    <a:pt x="2172" y="342"/>
                    <a:pt x="2035" y="1247"/>
                  </a:cubicBezTo>
                  <a:cubicBezTo>
                    <a:pt x="1701" y="3248"/>
                    <a:pt x="1401" y="5250"/>
                    <a:pt x="1068" y="7251"/>
                  </a:cubicBezTo>
                  <a:cubicBezTo>
                    <a:pt x="767" y="9286"/>
                    <a:pt x="434" y="11287"/>
                    <a:pt x="134" y="13322"/>
                  </a:cubicBezTo>
                  <a:cubicBezTo>
                    <a:pt x="0" y="14023"/>
                    <a:pt x="134" y="14590"/>
                    <a:pt x="934" y="14723"/>
                  </a:cubicBezTo>
                  <a:cubicBezTo>
                    <a:pt x="4537" y="15290"/>
                    <a:pt x="8106" y="15857"/>
                    <a:pt x="11708" y="16424"/>
                  </a:cubicBezTo>
                  <a:cubicBezTo>
                    <a:pt x="11793" y="16439"/>
                    <a:pt x="11874" y="16447"/>
                    <a:pt x="11950" y="16447"/>
                  </a:cubicBezTo>
                  <a:cubicBezTo>
                    <a:pt x="12389" y="16447"/>
                    <a:pt x="12696" y="16201"/>
                    <a:pt x="12809" y="15690"/>
                  </a:cubicBezTo>
                  <a:cubicBezTo>
                    <a:pt x="12909" y="15357"/>
                    <a:pt x="13009" y="14990"/>
                    <a:pt x="13076" y="14623"/>
                  </a:cubicBezTo>
                  <a:cubicBezTo>
                    <a:pt x="13677" y="10954"/>
                    <a:pt x="14244" y="7251"/>
                    <a:pt x="14844" y="3582"/>
                  </a:cubicBezTo>
                  <a:cubicBezTo>
                    <a:pt x="15044" y="2181"/>
                    <a:pt x="14777" y="1814"/>
                    <a:pt x="13443" y="1580"/>
                  </a:cubicBezTo>
                  <a:cubicBezTo>
                    <a:pt x="10174" y="1047"/>
                    <a:pt x="6938" y="546"/>
                    <a:pt x="3669" y="46"/>
                  </a:cubicBezTo>
                  <a:cubicBezTo>
                    <a:pt x="3480" y="16"/>
                    <a:pt x="3311" y="0"/>
                    <a:pt x="3161" y="0"/>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7"/>
            <p:cNvSpPr/>
            <p:nvPr/>
          </p:nvSpPr>
          <p:spPr>
            <a:xfrm>
              <a:off x="10296500" y="998688"/>
              <a:ext cx="331100" cy="83875"/>
            </a:xfrm>
            <a:custGeom>
              <a:avLst/>
              <a:gdLst/>
              <a:ahLst/>
              <a:cxnLst/>
              <a:rect l="l" t="t" r="r" b="b"/>
              <a:pathLst>
                <a:path w="13244" h="3355" extrusionOk="0">
                  <a:moveTo>
                    <a:pt x="913" y="1"/>
                  </a:moveTo>
                  <a:cubicBezTo>
                    <a:pt x="487" y="1"/>
                    <a:pt x="148" y="182"/>
                    <a:pt x="67" y="665"/>
                  </a:cubicBezTo>
                  <a:cubicBezTo>
                    <a:pt x="0" y="1299"/>
                    <a:pt x="467" y="1499"/>
                    <a:pt x="1001" y="1565"/>
                  </a:cubicBezTo>
                  <a:cubicBezTo>
                    <a:pt x="2869" y="1866"/>
                    <a:pt x="4704" y="2166"/>
                    <a:pt x="6538" y="2433"/>
                  </a:cubicBezTo>
                  <a:cubicBezTo>
                    <a:pt x="8340" y="2733"/>
                    <a:pt x="10174" y="3000"/>
                    <a:pt x="11976" y="3300"/>
                  </a:cubicBezTo>
                  <a:cubicBezTo>
                    <a:pt x="12136" y="3330"/>
                    <a:pt x="12293" y="3354"/>
                    <a:pt x="12438" y="3354"/>
                  </a:cubicBezTo>
                  <a:cubicBezTo>
                    <a:pt x="12777" y="3354"/>
                    <a:pt x="13050" y="3223"/>
                    <a:pt x="13143" y="2733"/>
                  </a:cubicBezTo>
                  <a:cubicBezTo>
                    <a:pt x="13243" y="2066"/>
                    <a:pt x="12843" y="1866"/>
                    <a:pt x="12276" y="1799"/>
                  </a:cubicBezTo>
                  <a:cubicBezTo>
                    <a:pt x="8573" y="1199"/>
                    <a:pt x="4904" y="631"/>
                    <a:pt x="1235" y="31"/>
                  </a:cubicBezTo>
                  <a:cubicBezTo>
                    <a:pt x="1124" y="12"/>
                    <a:pt x="1016" y="1"/>
                    <a:pt x="913" y="1"/>
                  </a:cubicBezTo>
                  <a:close/>
                </a:path>
              </a:pathLst>
            </a:custGeom>
            <a:solidFill>
              <a:srgbClr val="F4E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7"/>
            <p:cNvSpPr/>
            <p:nvPr/>
          </p:nvSpPr>
          <p:spPr>
            <a:xfrm>
              <a:off x="10058825" y="1671563"/>
              <a:ext cx="101775" cy="90025"/>
            </a:xfrm>
            <a:custGeom>
              <a:avLst/>
              <a:gdLst/>
              <a:ahLst/>
              <a:cxnLst/>
              <a:rect l="l" t="t" r="r" b="b"/>
              <a:pathLst>
                <a:path w="4071" h="3601" extrusionOk="0">
                  <a:moveTo>
                    <a:pt x="1298" y="1"/>
                  </a:moveTo>
                  <a:cubicBezTo>
                    <a:pt x="1090" y="1"/>
                    <a:pt x="880" y="21"/>
                    <a:pt x="668" y="69"/>
                  </a:cubicBezTo>
                  <a:cubicBezTo>
                    <a:pt x="501" y="135"/>
                    <a:pt x="401" y="235"/>
                    <a:pt x="334" y="369"/>
                  </a:cubicBezTo>
                  <a:cubicBezTo>
                    <a:pt x="268" y="569"/>
                    <a:pt x="234" y="769"/>
                    <a:pt x="201" y="969"/>
                  </a:cubicBezTo>
                  <a:cubicBezTo>
                    <a:pt x="167" y="1136"/>
                    <a:pt x="134" y="1336"/>
                    <a:pt x="101" y="1536"/>
                  </a:cubicBezTo>
                  <a:cubicBezTo>
                    <a:pt x="67" y="1737"/>
                    <a:pt x="34" y="1937"/>
                    <a:pt x="34" y="2137"/>
                  </a:cubicBezTo>
                  <a:cubicBezTo>
                    <a:pt x="1" y="2337"/>
                    <a:pt x="134" y="2504"/>
                    <a:pt x="201" y="2704"/>
                  </a:cubicBezTo>
                  <a:cubicBezTo>
                    <a:pt x="256" y="3071"/>
                    <a:pt x="345" y="3189"/>
                    <a:pt x="449" y="3189"/>
                  </a:cubicBezTo>
                  <a:cubicBezTo>
                    <a:pt x="639" y="3189"/>
                    <a:pt x="878" y="2793"/>
                    <a:pt x="1054" y="2793"/>
                  </a:cubicBezTo>
                  <a:cubicBezTo>
                    <a:pt x="1070" y="2793"/>
                    <a:pt x="1086" y="2796"/>
                    <a:pt x="1101" y="2804"/>
                  </a:cubicBezTo>
                  <a:cubicBezTo>
                    <a:pt x="1323" y="2676"/>
                    <a:pt x="1533" y="2621"/>
                    <a:pt x="1734" y="2621"/>
                  </a:cubicBezTo>
                  <a:cubicBezTo>
                    <a:pt x="2109" y="2621"/>
                    <a:pt x="2456" y="2811"/>
                    <a:pt x="2803" y="3071"/>
                  </a:cubicBezTo>
                  <a:cubicBezTo>
                    <a:pt x="2808" y="3070"/>
                    <a:pt x="2812" y="3070"/>
                    <a:pt x="2817" y="3070"/>
                  </a:cubicBezTo>
                  <a:cubicBezTo>
                    <a:pt x="3028" y="3070"/>
                    <a:pt x="3052" y="3601"/>
                    <a:pt x="3280" y="3601"/>
                  </a:cubicBezTo>
                  <a:cubicBezTo>
                    <a:pt x="3358" y="3601"/>
                    <a:pt x="3461" y="3539"/>
                    <a:pt x="3603" y="3371"/>
                  </a:cubicBezTo>
                  <a:cubicBezTo>
                    <a:pt x="3703" y="2604"/>
                    <a:pt x="3803" y="1837"/>
                    <a:pt x="3903" y="1069"/>
                  </a:cubicBezTo>
                  <a:cubicBezTo>
                    <a:pt x="3937" y="803"/>
                    <a:pt x="4070" y="436"/>
                    <a:pt x="3670" y="402"/>
                  </a:cubicBezTo>
                  <a:cubicBezTo>
                    <a:pt x="2875" y="296"/>
                    <a:pt x="2101" y="1"/>
                    <a:pt x="1298" y="1"/>
                  </a:cubicBezTo>
                  <a:close/>
                </a:path>
              </a:pathLst>
            </a:custGeom>
            <a:solidFill>
              <a:srgbClr val="9B74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7"/>
            <p:cNvSpPr/>
            <p:nvPr/>
          </p:nvSpPr>
          <p:spPr>
            <a:xfrm>
              <a:off x="10086350" y="1728638"/>
              <a:ext cx="42550" cy="19700"/>
            </a:xfrm>
            <a:custGeom>
              <a:avLst/>
              <a:gdLst/>
              <a:ahLst/>
              <a:cxnLst/>
              <a:rect l="l" t="t" r="r" b="b"/>
              <a:pathLst>
                <a:path w="1702" h="788" extrusionOk="0">
                  <a:moveTo>
                    <a:pt x="889" y="0"/>
                  </a:moveTo>
                  <a:cubicBezTo>
                    <a:pt x="687" y="0"/>
                    <a:pt x="447" y="182"/>
                    <a:pt x="0" y="521"/>
                  </a:cubicBezTo>
                  <a:cubicBezTo>
                    <a:pt x="568" y="621"/>
                    <a:pt x="1135" y="688"/>
                    <a:pt x="1702" y="788"/>
                  </a:cubicBezTo>
                  <a:cubicBezTo>
                    <a:pt x="1306" y="249"/>
                    <a:pt x="1124" y="0"/>
                    <a:pt x="889" y="0"/>
                  </a:cubicBezTo>
                  <a:close/>
                </a:path>
              </a:pathLst>
            </a:custGeom>
            <a:solidFill>
              <a:srgbClr val="E4EA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7"/>
            <p:cNvSpPr/>
            <p:nvPr/>
          </p:nvSpPr>
          <p:spPr>
            <a:xfrm>
              <a:off x="9978775" y="1634988"/>
              <a:ext cx="636300" cy="189875"/>
            </a:xfrm>
            <a:custGeom>
              <a:avLst/>
              <a:gdLst/>
              <a:ahLst/>
              <a:cxnLst/>
              <a:rect l="l" t="t" r="r" b="b"/>
              <a:pathLst>
                <a:path w="25452" h="7595" extrusionOk="0">
                  <a:moveTo>
                    <a:pt x="2295" y="1"/>
                  </a:moveTo>
                  <a:cubicBezTo>
                    <a:pt x="1790" y="1"/>
                    <a:pt x="1364" y="186"/>
                    <a:pt x="1068" y="698"/>
                  </a:cubicBezTo>
                  <a:cubicBezTo>
                    <a:pt x="0" y="2232"/>
                    <a:pt x="567" y="3700"/>
                    <a:pt x="2402" y="4000"/>
                  </a:cubicBezTo>
                  <a:cubicBezTo>
                    <a:pt x="2736" y="4033"/>
                    <a:pt x="3069" y="4100"/>
                    <a:pt x="3403" y="4167"/>
                  </a:cubicBezTo>
                  <a:cubicBezTo>
                    <a:pt x="3436" y="3967"/>
                    <a:pt x="3470" y="3767"/>
                    <a:pt x="3503" y="3566"/>
                  </a:cubicBezTo>
                  <a:cubicBezTo>
                    <a:pt x="3536" y="3366"/>
                    <a:pt x="3570" y="3200"/>
                    <a:pt x="3603" y="2999"/>
                  </a:cubicBezTo>
                  <a:cubicBezTo>
                    <a:pt x="3603" y="2833"/>
                    <a:pt x="3636" y="2632"/>
                    <a:pt x="3670" y="2466"/>
                  </a:cubicBezTo>
                  <a:cubicBezTo>
                    <a:pt x="3703" y="2266"/>
                    <a:pt x="3736" y="2099"/>
                    <a:pt x="3770" y="1899"/>
                  </a:cubicBezTo>
                  <a:cubicBezTo>
                    <a:pt x="3770" y="1832"/>
                    <a:pt x="3803" y="1799"/>
                    <a:pt x="3803" y="1732"/>
                  </a:cubicBezTo>
                  <a:cubicBezTo>
                    <a:pt x="4370" y="1832"/>
                    <a:pt x="4937" y="1865"/>
                    <a:pt x="5504" y="1965"/>
                  </a:cubicBezTo>
                  <a:cubicBezTo>
                    <a:pt x="6739" y="2165"/>
                    <a:pt x="6739" y="2165"/>
                    <a:pt x="6605" y="3366"/>
                  </a:cubicBezTo>
                  <a:cubicBezTo>
                    <a:pt x="6538" y="3867"/>
                    <a:pt x="6272" y="4434"/>
                    <a:pt x="6805" y="4834"/>
                  </a:cubicBezTo>
                  <a:cubicBezTo>
                    <a:pt x="7172" y="4901"/>
                    <a:pt x="7539" y="4934"/>
                    <a:pt x="7906" y="5001"/>
                  </a:cubicBezTo>
                  <a:cubicBezTo>
                    <a:pt x="12776" y="5768"/>
                    <a:pt x="17646" y="6535"/>
                    <a:pt x="22550" y="7302"/>
                  </a:cubicBezTo>
                  <a:cubicBezTo>
                    <a:pt x="23084" y="7369"/>
                    <a:pt x="23651" y="7469"/>
                    <a:pt x="24184" y="7569"/>
                  </a:cubicBezTo>
                  <a:cubicBezTo>
                    <a:pt x="24268" y="7586"/>
                    <a:pt x="24344" y="7595"/>
                    <a:pt x="24412" y="7595"/>
                  </a:cubicBezTo>
                  <a:cubicBezTo>
                    <a:pt x="24745" y="7595"/>
                    <a:pt x="24879" y="7391"/>
                    <a:pt x="24851" y="7002"/>
                  </a:cubicBezTo>
                  <a:lnTo>
                    <a:pt x="24952" y="6969"/>
                  </a:lnTo>
                  <a:cubicBezTo>
                    <a:pt x="24952" y="6802"/>
                    <a:pt x="24985" y="6602"/>
                    <a:pt x="24985" y="6402"/>
                  </a:cubicBezTo>
                  <a:cubicBezTo>
                    <a:pt x="25018" y="6235"/>
                    <a:pt x="25052" y="6035"/>
                    <a:pt x="25052" y="5835"/>
                  </a:cubicBezTo>
                  <a:cubicBezTo>
                    <a:pt x="25085" y="5668"/>
                    <a:pt x="25118" y="5468"/>
                    <a:pt x="25152" y="5301"/>
                  </a:cubicBezTo>
                  <a:cubicBezTo>
                    <a:pt x="25185" y="5101"/>
                    <a:pt x="25218" y="4934"/>
                    <a:pt x="25252" y="4734"/>
                  </a:cubicBezTo>
                  <a:cubicBezTo>
                    <a:pt x="25252" y="4601"/>
                    <a:pt x="25285" y="4500"/>
                    <a:pt x="25285" y="4367"/>
                  </a:cubicBezTo>
                  <a:cubicBezTo>
                    <a:pt x="25352" y="4134"/>
                    <a:pt x="25419" y="3900"/>
                    <a:pt x="25452" y="3667"/>
                  </a:cubicBezTo>
                  <a:cubicBezTo>
                    <a:pt x="17880" y="2466"/>
                    <a:pt x="10274" y="1231"/>
                    <a:pt x="2669" y="31"/>
                  </a:cubicBezTo>
                  <a:cubicBezTo>
                    <a:pt x="2540" y="11"/>
                    <a:pt x="2415" y="1"/>
                    <a:pt x="22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433" name="Google Shape;433;p48"/>
          <p:cNvGrpSpPr/>
          <p:nvPr/>
        </p:nvGrpSpPr>
        <p:grpSpPr>
          <a:xfrm>
            <a:off x="4334293" y="729371"/>
            <a:ext cx="475407" cy="462200"/>
            <a:chOff x="3512070" y="1956222"/>
            <a:chExt cx="373983" cy="363622"/>
          </a:xfrm>
        </p:grpSpPr>
        <p:sp>
          <p:nvSpPr>
            <p:cNvPr id="434" name="Google Shape;434;p48"/>
            <p:cNvSpPr/>
            <p:nvPr/>
          </p:nvSpPr>
          <p:spPr>
            <a:xfrm>
              <a:off x="3547316" y="2232314"/>
              <a:ext cx="316069" cy="53841"/>
            </a:xfrm>
            <a:custGeom>
              <a:avLst/>
              <a:gdLst/>
              <a:ahLst/>
              <a:cxnLst/>
              <a:rect l="l" t="t" r="r" b="b"/>
              <a:pathLst>
                <a:path w="21110" h="3596" extrusionOk="0">
                  <a:moveTo>
                    <a:pt x="1809" y="1"/>
                  </a:moveTo>
                  <a:cubicBezTo>
                    <a:pt x="800" y="1"/>
                    <a:pt x="1" y="799"/>
                    <a:pt x="1" y="1788"/>
                  </a:cubicBezTo>
                  <a:cubicBezTo>
                    <a:pt x="1" y="2776"/>
                    <a:pt x="800" y="3596"/>
                    <a:pt x="1809" y="3596"/>
                  </a:cubicBezTo>
                  <a:lnTo>
                    <a:pt x="21109" y="3596"/>
                  </a:lnTo>
                  <a:lnTo>
                    <a:pt x="211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8"/>
            <p:cNvSpPr/>
            <p:nvPr/>
          </p:nvSpPr>
          <p:spPr>
            <a:xfrm>
              <a:off x="3548903" y="2232314"/>
              <a:ext cx="314482" cy="53841"/>
            </a:xfrm>
            <a:custGeom>
              <a:avLst/>
              <a:gdLst/>
              <a:ahLst/>
              <a:cxnLst/>
              <a:rect l="l" t="t" r="r" b="b"/>
              <a:pathLst>
                <a:path w="21004" h="3596" extrusionOk="0">
                  <a:moveTo>
                    <a:pt x="19805" y="1"/>
                  </a:moveTo>
                  <a:lnTo>
                    <a:pt x="19805" y="1640"/>
                  </a:lnTo>
                  <a:cubicBezTo>
                    <a:pt x="19805" y="2061"/>
                    <a:pt x="19469" y="2397"/>
                    <a:pt x="19048" y="2397"/>
                  </a:cubicBezTo>
                  <a:lnTo>
                    <a:pt x="0" y="2397"/>
                  </a:lnTo>
                  <a:cubicBezTo>
                    <a:pt x="252" y="3112"/>
                    <a:pt x="925" y="3596"/>
                    <a:pt x="1703" y="3596"/>
                  </a:cubicBezTo>
                  <a:lnTo>
                    <a:pt x="21003" y="3596"/>
                  </a:lnTo>
                  <a:lnTo>
                    <a:pt x="210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8"/>
            <p:cNvSpPr/>
            <p:nvPr/>
          </p:nvSpPr>
          <p:spPr>
            <a:xfrm>
              <a:off x="3515215" y="2198312"/>
              <a:ext cx="370524" cy="121217"/>
            </a:xfrm>
            <a:custGeom>
              <a:avLst/>
              <a:gdLst/>
              <a:ahLst/>
              <a:cxnLst/>
              <a:rect l="l" t="t" r="r" b="b"/>
              <a:pathLst>
                <a:path w="24747" h="8096" extrusionOk="0">
                  <a:moveTo>
                    <a:pt x="3953" y="1"/>
                  </a:moveTo>
                  <a:cubicBezTo>
                    <a:pt x="1746" y="64"/>
                    <a:pt x="0" y="1851"/>
                    <a:pt x="0" y="4038"/>
                  </a:cubicBezTo>
                  <a:cubicBezTo>
                    <a:pt x="0" y="6245"/>
                    <a:pt x="1746" y="8032"/>
                    <a:pt x="3953" y="8095"/>
                  </a:cubicBezTo>
                  <a:lnTo>
                    <a:pt x="24010" y="8095"/>
                  </a:lnTo>
                  <a:cubicBezTo>
                    <a:pt x="24410" y="8095"/>
                    <a:pt x="24746" y="7759"/>
                    <a:pt x="24746" y="7338"/>
                  </a:cubicBezTo>
                  <a:lnTo>
                    <a:pt x="24746" y="6582"/>
                  </a:lnTo>
                  <a:cubicBezTo>
                    <a:pt x="24746" y="6182"/>
                    <a:pt x="24410" y="5846"/>
                    <a:pt x="24010" y="5846"/>
                  </a:cubicBezTo>
                  <a:lnTo>
                    <a:pt x="3953" y="5867"/>
                  </a:lnTo>
                  <a:cubicBezTo>
                    <a:pt x="2965" y="5867"/>
                    <a:pt x="2166" y="5068"/>
                    <a:pt x="2145" y="4101"/>
                  </a:cubicBezTo>
                  <a:cubicBezTo>
                    <a:pt x="2145" y="3070"/>
                    <a:pt x="2965" y="2251"/>
                    <a:pt x="3995" y="2251"/>
                  </a:cubicBezTo>
                  <a:lnTo>
                    <a:pt x="24010" y="2251"/>
                  </a:lnTo>
                  <a:cubicBezTo>
                    <a:pt x="24410" y="2251"/>
                    <a:pt x="24746" y="1914"/>
                    <a:pt x="24746" y="1515"/>
                  </a:cubicBezTo>
                  <a:lnTo>
                    <a:pt x="24746" y="758"/>
                  </a:lnTo>
                  <a:cubicBezTo>
                    <a:pt x="24746" y="337"/>
                    <a:pt x="24410" y="1"/>
                    <a:pt x="24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8"/>
            <p:cNvSpPr/>
            <p:nvPr/>
          </p:nvSpPr>
          <p:spPr>
            <a:xfrm>
              <a:off x="3864628" y="2198626"/>
              <a:ext cx="21426" cy="33703"/>
            </a:xfrm>
            <a:custGeom>
              <a:avLst/>
              <a:gdLst/>
              <a:ahLst/>
              <a:cxnLst/>
              <a:rect l="l" t="t" r="r" b="b"/>
              <a:pathLst>
                <a:path w="1431" h="2251" extrusionOk="0">
                  <a:moveTo>
                    <a:pt x="0" y="1"/>
                  </a:moveTo>
                  <a:lnTo>
                    <a:pt x="0" y="2251"/>
                  </a:lnTo>
                  <a:lnTo>
                    <a:pt x="673" y="2251"/>
                  </a:lnTo>
                  <a:cubicBezTo>
                    <a:pt x="1094" y="2251"/>
                    <a:pt x="1430" y="1914"/>
                    <a:pt x="1430" y="1494"/>
                  </a:cubicBezTo>
                  <a:lnTo>
                    <a:pt x="1430" y="758"/>
                  </a:lnTo>
                  <a:cubicBezTo>
                    <a:pt x="1430" y="337"/>
                    <a:pt x="1094" y="1"/>
                    <a:pt x="673" y="1"/>
                  </a:cubicBezTo>
                  <a:close/>
                </a:path>
              </a:pathLst>
            </a:custGeom>
            <a:solidFill>
              <a:srgbClr val="958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8"/>
            <p:cNvSpPr/>
            <p:nvPr/>
          </p:nvSpPr>
          <p:spPr>
            <a:xfrm>
              <a:off x="3864628" y="2286141"/>
              <a:ext cx="21426" cy="33703"/>
            </a:xfrm>
            <a:custGeom>
              <a:avLst/>
              <a:gdLst/>
              <a:ahLst/>
              <a:cxnLst/>
              <a:rect l="l" t="t" r="r" b="b"/>
              <a:pathLst>
                <a:path w="1431" h="2251" extrusionOk="0">
                  <a:moveTo>
                    <a:pt x="0" y="1"/>
                  </a:moveTo>
                  <a:lnTo>
                    <a:pt x="0" y="2250"/>
                  </a:lnTo>
                  <a:lnTo>
                    <a:pt x="673" y="2250"/>
                  </a:lnTo>
                  <a:cubicBezTo>
                    <a:pt x="1094" y="2229"/>
                    <a:pt x="1430" y="1914"/>
                    <a:pt x="1430" y="1493"/>
                  </a:cubicBezTo>
                  <a:lnTo>
                    <a:pt x="1430" y="737"/>
                  </a:lnTo>
                  <a:cubicBezTo>
                    <a:pt x="1430" y="337"/>
                    <a:pt x="1094" y="1"/>
                    <a:pt x="673" y="1"/>
                  </a:cubicBezTo>
                  <a:close/>
                </a:path>
              </a:pathLst>
            </a:custGeom>
            <a:solidFill>
              <a:srgbClr val="958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8"/>
            <p:cNvSpPr/>
            <p:nvPr/>
          </p:nvSpPr>
          <p:spPr>
            <a:xfrm>
              <a:off x="3574401" y="2259070"/>
              <a:ext cx="52583" cy="52838"/>
            </a:xfrm>
            <a:custGeom>
              <a:avLst/>
              <a:gdLst/>
              <a:ahLst/>
              <a:cxnLst/>
              <a:rect l="l" t="t" r="r" b="b"/>
              <a:pathLst>
                <a:path w="3512" h="3529" extrusionOk="0">
                  <a:moveTo>
                    <a:pt x="736" y="1"/>
                  </a:moveTo>
                  <a:cubicBezTo>
                    <a:pt x="336" y="1"/>
                    <a:pt x="0" y="337"/>
                    <a:pt x="0" y="758"/>
                  </a:cubicBezTo>
                  <a:lnTo>
                    <a:pt x="0" y="2776"/>
                  </a:lnTo>
                  <a:cubicBezTo>
                    <a:pt x="0" y="3200"/>
                    <a:pt x="343" y="3529"/>
                    <a:pt x="740" y="3529"/>
                  </a:cubicBezTo>
                  <a:cubicBezTo>
                    <a:pt x="835" y="3529"/>
                    <a:pt x="933" y="3510"/>
                    <a:pt x="1030" y="3470"/>
                  </a:cubicBezTo>
                  <a:lnTo>
                    <a:pt x="1787" y="3154"/>
                  </a:lnTo>
                  <a:lnTo>
                    <a:pt x="2460" y="3449"/>
                  </a:lnTo>
                  <a:cubicBezTo>
                    <a:pt x="2560" y="3490"/>
                    <a:pt x="2662" y="3510"/>
                    <a:pt x="2760" y="3510"/>
                  </a:cubicBezTo>
                  <a:cubicBezTo>
                    <a:pt x="3160" y="3510"/>
                    <a:pt x="3511" y="3193"/>
                    <a:pt x="3511" y="2755"/>
                  </a:cubicBezTo>
                  <a:lnTo>
                    <a:pt x="3511" y="758"/>
                  </a:lnTo>
                  <a:cubicBezTo>
                    <a:pt x="3511" y="337"/>
                    <a:pt x="3175" y="1"/>
                    <a:pt x="27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8"/>
            <p:cNvSpPr/>
            <p:nvPr/>
          </p:nvSpPr>
          <p:spPr>
            <a:xfrm>
              <a:off x="3547316" y="1990239"/>
              <a:ext cx="316069" cy="53841"/>
            </a:xfrm>
            <a:custGeom>
              <a:avLst/>
              <a:gdLst/>
              <a:ahLst/>
              <a:cxnLst/>
              <a:rect l="l" t="t" r="r" b="b"/>
              <a:pathLst>
                <a:path w="21110" h="3596" extrusionOk="0">
                  <a:moveTo>
                    <a:pt x="1809" y="1"/>
                  </a:moveTo>
                  <a:cubicBezTo>
                    <a:pt x="800" y="1"/>
                    <a:pt x="1" y="800"/>
                    <a:pt x="1" y="1788"/>
                  </a:cubicBezTo>
                  <a:cubicBezTo>
                    <a:pt x="1" y="2776"/>
                    <a:pt x="800" y="3596"/>
                    <a:pt x="1809" y="3596"/>
                  </a:cubicBezTo>
                  <a:lnTo>
                    <a:pt x="21109" y="3596"/>
                  </a:lnTo>
                  <a:lnTo>
                    <a:pt x="211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8"/>
            <p:cNvSpPr/>
            <p:nvPr/>
          </p:nvSpPr>
          <p:spPr>
            <a:xfrm>
              <a:off x="3548903" y="1990239"/>
              <a:ext cx="314482" cy="53841"/>
            </a:xfrm>
            <a:custGeom>
              <a:avLst/>
              <a:gdLst/>
              <a:ahLst/>
              <a:cxnLst/>
              <a:rect l="l" t="t" r="r" b="b"/>
              <a:pathLst>
                <a:path w="21004" h="3596" extrusionOk="0">
                  <a:moveTo>
                    <a:pt x="19805" y="1"/>
                  </a:moveTo>
                  <a:lnTo>
                    <a:pt x="19805" y="1641"/>
                  </a:lnTo>
                  <a:cubicBezTo>
                    <a:pt x="19805" y="2061"/>
                    <a:pt x="19469" y="2398"/>
                    <a:pt x="19048" y="2398"/>
                  </a:cubicBezTo>
                  <a:lnTo>
                    <a:pt x="0" y="2398"/>
                  </a:lnTo>
                  <a:cubicBezTo>
                    <a:pt x="252" y="3112"/>
                    <a:pt x="925" y="3596"/>
                    <a:pt x="1703" y="3596"/>
                  </a:cubicBezTo>
                  <a:lnTo>
                    <a:pt x="21003" y="3596"/>
                  </a:lnTo>
                  <a:lnTo>
                    <a:pt x="21003" y="1"/>
                  </a:lnTo>
                  <a:close/>
                </a:path>
              </a:pathLst>
            </a:custGeom>
            <a:solidFill>
              <a:srgbClr val="FFF9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8"/>
            <p:cNvSpPr/>
            <p:nvPr/>
          </p:nvSpPr>
          <p:spPr>
            <a:xfrm>
              <a:off x="3512070" y="1956222"/>
              <a:ext cx="373669" cy="121247"/>
            </a:xfrm>
            <a:custGeom>
              <a:avLst/>
              <a:gdLst/>
              <a:ahLst/>
              <a:cxnLst/>
              <a:rect l="l" t="t" r="r" b="b"/>
              <a:pathLst>
                <a:path w="24957" h="8098" extrusionOk="0">
                  <a:moveTo>
                    <a:pt x="4049" y="1"/>
                  </a:moveTo>
                  <a:cubicBezTo>
                    <a:pt x="1829" y="1"/>
                    <a:pt x="0" y="1806"/>
                    <a:pt x="0" y="4039"/>
                  </a:cubicBezTo>
                  <a:cubicBezTo>
                    <a:pt x="0" y="6284"/>
                    <a:pt x="1850" y="8097"/>
                    <a:pt x="4086" y="8097"/>
                  </a:cubicBezTo>
                  <a:cubicBezTo>
                    <a:pt x="4112" y="8097"/>
                    <a:pt x="4137" y="8097"/>
                    <a:pt x="4163" y="8097"/>
                  </a:cubicBezTo>
                  <a:lnTo>
                    <a:pt x="24220" y="8097"/>
                  </a:lnTo>
                  <a:cubicBezTo>
                    <a:pt x="24620" y="8097"/>
                    <a:pt x="24956" y="7760"/>
                    <a:pt x="24956" y="7340"/>
                  </a:cubicBezTo>
                  <a:lnTo>
                    <a:pt x="24956" y="6583"/>
                  </a:lnTo>
                  <a:cubicBezTo>
                    <a:pt x="24956" y="6183"/>
                    <a:pt x="24620" y="5847"/>
                    <a:pt x="24220" y="5847"/>
                  </a:cubicBezTo>
                  <a:lnTo>
                    <a:pt x="4163" y="5847"/>
                  </a:lnTo>
                  <a:lnTo>
                    <a:pt x="4163" y="5868"/>
                  </a:lnTo>
                  <a:cubicBezTo>
                    <a:pt x="3175" y="5847"/>
                    <a:pt x="2376" y="5069"/>
                    <a:pt x="2355" y="4102"/>
                  </a:cubicBezTo>
                  <a:cubicBezTo>
                    <a:pt x="2355" y="3072"/>
                    <a:pt x="3175" y="2252"/>
                    <a:pt x="4205" y="2252"/>
                  </a:cubicBezTo>
                  <a:lnTo>
                    <a:pt x="24220" y="2252"/>
                  </a:lnTo>
                  <a:cubicBezTo>
                    <a:pt x="24620" y="2252"/>
                    <a:pt x="24956" y="1915"/>
                    <a:pt x="24956" y="1495"/>
                  </a:cubicBezTo>
                  <a:lnTo>
                    <a:pt x="24956" y="759"/>
                  </a:lnTo>
                  <a:cubicBezTo>
                    <a:pt x="24956" y="339"/>
                    <a:pt x="24620" y="2"/>
                    <a:pt x="24220" y="2"/>
                  </a:cubicBezTo>
                  <a:lnTo>
                    <a:pt x="4163" y="2"/>
                  </a:lnTo>
                  <a:cubicBezTo>
                    <a:pt x="4125" y="1"/>
                    <a:pt x="4087" y="1"/>
                    <a:pt x="40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8"/>
            <p:cNvSpPr/>
            <p:nvPr/>
          </p:nvSpPr>
          <p:spPr>
            <a:xfrm>
              <a:off x="3864628" y="1956566"/>
              <a:ext cx="21426" cy="33688"/>
            </a:xfrm>
            <a:custGeom>
              <a:avLst/>
              <a:gdLst/>
              <a:ahLst/>
              <a:cxnLst/>
              <a:rect l="l" t="t" r="r" b="b"/>
              <a:pathLst>
                <a:path w="1431" h="2250" extrusionOk="0">
                  <a:moveTo>
                    <a:pt x="0" y="0"/>
                  </a:moveTo>
                  <a:lnTo>
                    <a:pt x="0" y="2250"/>
                  </a:lnTo>
                  <a:lnTo>
                    <a:pt x="673" y="2250"/>
                  </a:lnTo>
                  <a:cubicBezTo>
                    <a:pt x="1094" y="2250"/>
                    <a:pt x="1430" y="1913"/>
                    <a:pt x="1430" y="1493"/>
                  </a:cubicBezTo>
                  <a:lnTo>
                    <a:pt x="1430" y="757"/>
                  </a:lnTo>
                  <a:cubicBezTo>
                    <a:pt x="1430" y="337"/>
                    <a:pt x="1094" y="0"/>
                    <a:pt x="673" y="0"/>
                  </a:cubicBezTo>
                  <a:close/>
                </a:path>
              </a:pathLst>
            </a:custGeom>
            <a:solidFill>
              <a:srgbClr val="958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8"/>
            <p:cNvSpPr/>
            <p:nvPr/>
          </p:nvSpPr>
          <p:spPr>
            <a:xfrm>
              <a:off x="3864628" y="2044065"/>
              <a:ext cx="21426" cy="33703"/>
            </a:xfrm>
            <a:custGeom>
              <a:avLst/>
              <a:gdLst/>
              <a:ahLst/>
              <a:cxnLst/>
              <a:rect l="l" t="t" r="r" b="b"/>
              <a:pathLst>
                <a:path w="1431" h="2251" extrusionOk="0">
                  <a:moveTo>
                    <a:pt x="0" y="1"/>
                  </a:moveTo>
                  <a:lnTo>
                    <a:pt x="0" y="2251"/>
                  </a:lnTo>
                  <a:lnTo>
                    <a:pt x="673" y="2251"/>
                  </a:lnTo>
                  <a:cubicBezTo>
                    <a:pt x="1094" y="2251"/>
                    <a:pt x="1430" y="1914"/>
                    <a:pt x="1430" y="1494"/>
                  </a:cubicBezTo>
                  <a:lnTo>
                    <a:pt x="1430" y="737"/>
                  </a:lnTo>
                  <a:cubicBezTo>
                    <a:pt x="1430" y="337"/>
                    <a:pt x="1094" y="1"/>
                    <a:pt x="673" y="1"/>
                  </a:cubicBezTo>
                  <a:close/>
                </a:path>
              </a:pathLst>
            </a:custGeom>
            <a:solidFill>
              <a:srgbClr val="958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8"/>
            <p:cNvSpPr/>
            <p:nvPr/>
          </p:nvSpPr>
          <p:spPr>
            <a:xfrm>
              <a:off x="3574401" y="2016995"/>
              <a:ext cx="52583" cy="52733"/>
            </a:xfrm>
            <a:custGeom>
              <a:avLst/>
              <a:gdLst/>
              <a:ahLst/>
              <a:cxnLst/>
              <a:rect l="l" t="t" r="r" b="b"/>
              <a:pathLst>
                <a:path w="3512" h="3522" extrusionOk="0">
                  <a:moveTo>
                    <a:pt x="736" y="1"/>
                  </a:moveTo>
                  <a:cubicBezTo>
                    <a:pt x="336" y="1"/>
                    <a:pt x="0" y="337"/>
                    <a:pt x="0" y="758"/>
                  </a:cubicBezTo>
                  <a:lnTo>
                    <a:pt x="0" y="2776"/>
                  </a:lnTo>
                  <a:cubicBezTo>
                    <a:pt x="0" y="3205"/>
                    <a:pt x="349" y="3521"/>
                    <a:pt x="752" y="3521"/>
                  </a:cubicBezTo>
                  <a:cubicBezTo>
                    <a:pt x="843" y="3521"/>
                    <a:pt x="937" y="3505"/>
                    <a:pt x="1030" y="3470"/>
                  </a:cubicBezTo>
                  <a:lnTo>
                    <a:pt x="1787" y="3155"/>
                  </a:lnTo>
                  <a:lnTo>
                    <a:pt x="2460" y="3449"/>
                  </a:lnTo>
                  <a:cubicBezTo>
                    <a:pt x="2560" y="3491"/>
                    <a:pt x="2662" y="3510"/>
                    <a:pt x="2760" y="3510"/>
                  </a:cubicBezTo>
                  <a:cubicBezTo>
                    <a:pt x="3160" y="3510"/>
                    <a:pt x="3511" y="3193"/>
                    <a:pt x="3511" y="2755"/>
                  </a:cubicBezTo>
                  <a:lnTo>
                    <a:pt x="3511" y="758"/>
                  </a:lnTo>
                  <a:cubicBezTo>
                    <a:pt x="3511" y="337"/>
                    <a:pt x="3175" y="1"/>
                    <a:pt x="27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8"/>
            <p:cNvSpPr/>
            <p:nvPr/>
          </p:nvSpPr>
          <p:spPr>
            <a:xfrm>
              <a:off x="3536311" y="2111127"/>
              <a:ext cx="315740" cy="53841"/>
            </a:xfrm>
            <a:custGeom>
              <a:avLst/>
              <a:gdLst/>
              <a:ahLst/>
              <a:cxnLst/>
              <a:rect l="l" t="t" r="r" b="b"/>
              <a:pathLst>
                <a:path w="21088" h="3596" extrusionOk="0">
                  <a:moveTo>
                    <a:pt x="0" y="0"/>
                  </a:moveTo>
                  <a:lnTo>
                    <a:pt x="0" y="3595"/>
                  </a:lnTo>
                  <a:lnTo>
                    <a:pt x="19300" y="3595"/>
                  </a:lnTo>
                  <a:cubicBezTo>
                    <a:pt x="20289" y="3595"/>
                    <a:pt x="21088" y="2796"/>
                    <a:pt x="21088" y="1808"/>
                  </a:cubicBezTo>
                  <a:cubicBezTo>
                    <a:pt x="21088" y="820"/>
                    <a:pt x="20289" y="0"/>
                    <a:pt x="193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8"/>
            <p:cNvSpPr/>
            <p:nvPr/>
          </p:nvSpPr>
          <p:spPr>
            <a:xfrm>
              <a:off x="3536311" y="2111127"/>
              <a:ext cx="315740" cy="53841"/>
            </a:xfrm>
            <a:custGeom>
              <a:avLst/>
              <a:gdLst/>
              <a:ahLst/>
              <a:cxnLst/>
              <a:rect l="l" t="t" r="r" b="b"/>
              <a:pathLst>
                <a:path w="21088" h="3596" extrusionOk="0">
                  <a:moveTo>
                    <a:pt x="19279" y="0"/>
                  </a:moveTo>
                  <a:cubicBezTo>
                    <a:pt x="19679" y="1178"/>
                    <a:pt x="18817" y="2397"/>
                    <a:pt x="17576" y="2397"/>
                  </a:cubicBezTo>
                  <a:lnTo>
                    <a:pt x="0" y="2397"/>
                  </a:lnTo>
                  <a:lnTo>
                    <a:pt x="0" y="3595"/>
                  </a:lnTo>
                  <a:lnTo>
                    <a:pt x="19300" y="3595"/>
                  </a:lnTo>
                  <a:cubicBezTo>
                    <a:pt x="20289" y="3595"/>
                    <a:pt x="21088" y="2796"/>
                    <a:pt x="21088" y="1808"/>
                  </a:cubicBezTo>
                  <a:cubicBezTo>
                    <a:pt x="21088" y="820"/>
                    <a:pt x="20289" y="0"/>
                    <a:pt x="19300" y="0"/>
                  </a:cubicBezTo>
                  <a:close/>
                </a:path>
              </a:pathLst>
            </a:custGeom>
            <a:solidFill>
              <a:srgbClr val="FFF9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8"/>
            <p:cNvSpPr/>
            <p:nvPr/>
          </p:nvSpPr>
          <p:spPr>
            <a:xfrm>
              <a:off x="3513642" y="2077439"/>
              <a:ext cx="370509" cy="120888"/>
            </a:xfrm>
            <a:custGeom>
              <a:avLst/>
              <a:gdLst/>
              <a:ahLst/>
              <a:cxnLst/>
              <a:rect l="l" t="t" r="r" b="b"/>
              <a:pathLst>
                <a:path w="24746" h="8074" extrusionOk="0">
                  <a:moveTo>
                    <a:pt x="757" y="1"/>
                  </a:moveTo>
                  <a:cubicBezTo>
                    <a:pt x="337" y="1"/>
                    <a:pt x="0" y="337"/>
                    <a:pt x="0" y="757"/>
                  </a:cubicBezTo>
                  <a:lnTo>
                    <a:pt x="0" y="1493"/>
                  </a:lnTo>
                  <a:cubicBezTo>
                    <a:pt x="0" y="1914"/>
                    <a:pt x="337" y="2250"/>
                    <a:pt x="757" y="2250"/>
                  </a:cubicBezTo>
                  <a:lnTo>
                    <a:pt x="20772" y="2250"/>
                  </a:lnTo>
                  <a:cubicBezTo>
                    <a:pt x="21782" y="2250"/>
                    <a:pt x="22602" y="3070"/>
                    <a:pt x="22602" y="4079"/>
                  </a:cubicBezTo>
                  <a:cubicBezTo>
                    <a:pt x="22602" y="5067"/>
                    <a:pt x="21803" y="5845"/>
                    <a:pt x="20814" y="5845"/>
                  </a:cubicBezTo>
                  <a:lnTo>
                    <a:pt x="20814" y="5824"/>
                  </a:lnTo>
                  <a:lnTo>
                    <a:pt x="757" y="5824"/>
                  </a:lnTo>
                  <a:cubicBezTo>
                    <a:pt x="337" y="5824"/>
                    <a:pt x="0" y="6161"/>
                    <a:pt x="0" y="6581"/>
                  </a:cubicBezTo>
                  <a:lnTo>
                    <a:pt x="0" y="7338"/>
                  </a:lnTo>
                  <a:cubicBezTo>
                    <a:pt x="0" y="7738"/>
                    <a:pt x="337" y="8074"/>
                    <a:pt x="757" y="8074"/>
                  </a:cubicBezTo>
                  <a:lnTo>
                    <a:pt x="20814" y="8074"/>
                  </a:lnTo>
                  <a:cubicBezTo>
                    <a:pt x="23001" y="8032"/>
                    <a:pt x="24746" y="6224"/>
                    <a:pt x="24746" y="4037"/>
                  </a:cubicBezTo>
                  <a:cubicBezTo>
                    <a:pt x="24746" y="1851"/>
                    <a:pt x="23001" y="64"/>
                    <a:pt x="20814" y="1"/>
                  </a:cubicBezTo>
                  <a:close/>
                </a:path>
              </a:pathLst>
            </a:custGeom>
            <a:solidFill>
              <a:srgbClr val="634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8"/>
            <p:cNvSpPr/>
            <p:nvPr/>
          </p:nvSpPr>
          <p:spPr>
            <a:xfrm>
              <a:off x="3806385" y="2077753"/>
              <a:ext cx="77767" cy="120888"/>
            </a:xfrm>
            <a:custGeom>
              <a:avLst/>
              <a:gdLst/>
              <a:ahLst/>
              <a:cxnLst/>
              <a:rect l="l" t="t" r="r" b="b"/>
              <a:pathLst>
                <a:path w="5194" h="8074" extrusionOk="0">
                  <a:moveTo>
                    <a:pt x="1" y="1"/>
                  </a:moveTo>
                  <a:cubicBezTo>
                    <a:pt x="2188" y="43"/>
                    <a:pt x="3933" y="1851"/>
                    <a:pt x="3933" y="4037"/>
                  </a:cubicBezTo>
                  <a:cubicBezTo>
                    <a:pt x="3933" y="6224"/>
                    <a:pt x="2188" y="8011"/>
                    <a:pt x="1" y="8074"/>
                  </a:cubicBezTo>
                  <a:lnTo>
                    <a:pt x="1262" y="8074"/>
                  </a:lnTo>
                  <a:cubicBezTo>
                    <a:pt x="3449" y="8011"/>
                    <a:pt x="5194" y="6224"/>
                    <a:pt x="5194" y="4037"/>
                  </a:cubicBezTo>
                  <a:cubicBezTo>
                    <a:pt x="5194" y="1851"/>
                    <a:pt x="3449" y="43"/>
                    <a:pt x="1262" y="1"/>
                  </a:cubicBezTo>
                  <a:close/>
                </a:path>
              </a:pathLst>
            </a:custGeom>
            <a:solidFill>
              <a:srgbClr val="9580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8"/>
            <p:cNvSpPr/>
            <p:nvPr/>
          </p:nvSpPr>
          <p:spPr>
            <a:xfrm>
              <a:off x="3772397" y="2138182"/>
              <a:ext cx="52898" cy="52568"/>
            </a:xfrm>
            <a:custGeom>
              <a:avLst/>
              <a:gdLst/>
              <a:ahLst/>
              <a:cxnLst/>
              <a:rect l="l" t="t" r="r" b="b"/>
              <a:pathLst>
                <a:path w="3533" h="3511" extrusionOk="0">
                  <a:moveTo>
                    <a:pt x="720" y="0"/>
                  </a:moveTo>
                  <a:cubicBezTo>
                    <a:pt x="317" y="0"/>
                    <a:pt x="0" y="329"/>
                    <a:pt x="0" y="737"/>
                  </a:cubicBezTo>
                  <a:lnTo>
                    <a:pt x="0" y="2734"/>
                  </a:lnTo>
                  <a:cubicBezTo>
                    <a:pt x="0" y="3173"/>
                    <a:pt x="365" y="3489"/>
                    <a:pt x="759" y="3489"/>
                  </a:cubicBezTo>
                  <a:cubicBezTo>
                    <a:pt x="856" y="3489"/>
                    <a:pt x="956" y="3470"/>
                    <a:pt x="1052" y="3428"/>
                  </a:cubicBezTo>
                  <a:lnTo>
                    <a:pt x="1745" y="3134"/>
                  </a:lnTo>
                  <a:lnTo>
                    <a:pt x="2502" y="3449"/>
                  </a:lnTo>
                  <a:cubicBezTo>
                    <a:pt x="2599" y="3491"/>
                    <a:pt x="2697" y="3510"/>
                    <a:pt x="2794" y="3510"/>
                  </a:cubicBezTo>
                  <a:cubicBezTo>
                    <a:pt x="3182" y="3510"/>
                    <a:pt x="3532" y="3197"/>
                    <a:pt x="3532" y="2776"/>
                  </a:cubicBezTo>
                  <a:lnTo>
                    <a:pt x="3532" y="737"/>
                  </a:lnTo>
                  <a:cubicBezTo>
                    <a:pt x="3532" y="349"/>
                    <a:pt x="3215" y="0"/>
                    <a:pt x="2811" y="0"/>
                  </a:cubicBezTo>
                  <a:cubicBezTo>
                    <a:pt x="2799" y="0"/>
                    <a:pt x="2787" y="1"/>
                    <a:pt x="2776" y="1"/>
                  </a:cubicBezTo>
                  <a:lnTo>
                    <a:pt x="757" y="1"/>
                  </a:lnTo>
                  <a:cubicBezTo>
                    <a:pt x="745" y="1"/>
                    <a:pt x="732" y="0"/>
                    <a:pt x="7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1" name="Google Shape;451;p48"/>
          <p:cNvCxnSpPr>
            <a:endCxn id="452" idx="0"/>
          </p:cNvCxnSpPr>
          <p:nvPr/>
        </p:nvCxnSpPr>
        <p:spPr>
          <a:xfrm>
            <a:off x="4570525" y="1196675"/>
            <a:ext cx="11400" cy="1305300"/>
          </a:xfrm>
          <a:prstGeom prst="straightConnector1">
            <a:avLst/>
          </a:prstGeom>
          <a:noFill/>
          <a:ln w="9525" cap="flat" cmpd="sng">
            <a:solidFill>
              <a:schemeClr val="dk2"/>
            </a:solidFill>
            <a:prstDash val="solid"/>
            <a:round/>
            <a:headEnd type="none" w="med" len="med"/>
            <a:tailEnd type="none" w="med" len="med"/>
          </a:ln>
        </p:spPr>
      </p:cxnSp>
      <p:sp>
        <p:nvSpPr>
          <p:cNvPr id="453" name="Google Shape;453;p48"/>
          <p:cNvSpPr txBox="1"/>
          <p:nvPr/>
        </p:nvSpPr>
        <p:spPr>
          <a:xfrm>
            <a:off x="2022175" y="695425"/>
            <a:ext cx="2141100" cy="53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dk2"/>
                </a:solidFill>
                <a:latin typeface="Libre Baskerville"/>
                <a:ea typeface="Libre Baskerville"/>
                <a:cs typeface="Libre Baskerville"/>
                <a:sym typeface="Libre Baskerville"/>
              </a:rPr>
              <a:t>Company owned caf</a:t>
            </a:r>
            <a:r>
              <a:rPr lang="en" sz="2000" b="1">
                <a:solidFill>
                  <a:schemeClr val="dk2"/>
                </a:solidFill>
                <a:latin typeface="Libre Baskerville"/>
                <a:ea typeface="Libre Baskerville"/>
                <a:cs typeface="Libre Baskerville"/>
                <a:sym typeface="Libre Baskerville"/>
              </a:rPr>
              <a:t>é</a:t>
            </a:r>
            <a:r>
              <a:rPr lang="en" sz="1900" b="1">
                <a:solidFill>
                  <a:schemeClr val="dk2"/>
                </a:solidFill>
                <a:latin typeface="Libre Baskerville"/>
                <a:ea typeface="Libre Baskerville"/>
                <a:cs typeface="Libre Baskerville"/>
                <a:sym typeface="Libre Baskerville"/>
              </a:rPr>
              <a:t>s</a:t>
            </a:r>
            <a:endParaRPr sz="1900" b="1">
              <a:solidFill>
                <a:schemeClr val="dk2"/>
              </a:solidFill>
              <a:latin typeface="Libre Baskerville"/>
              <a:ea typeface="Libre Baskerville"/>
              <a:cs typeface="Libre Baskerville"/>
              <a:sym typeface="Libre Baskerville"/>
            </a:endParaRPr>
          </a:p>
        </p:txBody>
      </p:sp>
      <p:cxnSp>
        <p:nvCxnSpPr>
          <p:cNvPr id="454" name="Google Shape;454;p48"/>
          <p:cNvCxnSpPr/>
          <p:nvPr/>
        </p:nvCxnSpPr>
        <p:spPr>
          <a:xfrm>
            <a:off x="1822525" y="1836900"/>
            <a:ext cx="5507700" cy="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48"/>
          <p:cNvCxnSpPr/>
          <p:nvPr/>
        </p:nvCxnSpPr>
        <p:spPr>
          <a:xfrm>
            <a:off x="1822525" y="1830900"/>
            <a:ext cx="0" cy="69270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48"/>
          <p:cNvCxnSpPr/>
          <p:nvPr/>
        </p:nvCxnSpPr>
        <p:spPr>
          <a:xfrm>
            <a:off x="7330225" y="1834896"/>
            <a:ext cx="0" cy="747600"/>
          </a:xfrm>
          <a:prstGeom prst="straightConnector1">
            <a:avLst/>
          </a:prstGeom>
          <a:noFill/>
          <a:ln w="9525" cap="flat" cmpd="sng">
            <a:solidFill>
              <a:schemeClr val="dk2"/>
            </a:solidFill>
            <a:prstDash val="solid"/>
            <a:round/>
            <a:headEnd type="none" w="med" len="med"/>
            <a:tailEnd type="none" w="med" len="med"/>
          </a:ln>
        </p:spPr>
      </p:cxnSp>
      <p:sp>
        <p:nvSpPr>
          <p:cNvPr id="457" name="Google Shape;457;p48"/>
          <p:cNvSpPr txBox="1"/>
          <p:nvPr/>
        </p:nvSpPr>
        <p:spPr>
          <a:xfrm flipH="1">
            <a:off x="3409117" y="2851337"/>
            <a:ext cx="2322600" cy="400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000" b="1">
                <a:solidFill>
                  <a:schemeClr val="dk2"/>
                </a:solidFill>
                <a:latin typeface="Libre Baskerville"/>
                <a:ea typeface="Libre Baskerville"/>
                <a:cs typeface="Libre Baskerville"/>
                <a:sym typeface="Libre Baskerville"/>
              </a:rPr>
              <a:t>Café 2</a:t>
            </a:r>
            <a:endParaRPr sz="2000" b="1">
              <a:solidFill>
                <a:schemeClr val="dk2"/>
              </a:solidFill>
              <a:latin typeface="Libre Baskerville"/>
              <a:ea typeface="Libre Baskerville"/>
              <a:cs typeface="Libre Baskerville"/>
              <a:sym typeface="Libre Baskerville"/>
            </a:endParaRPr>
          </a:p>
        </p:txBody>
      </p:sp>
      <p:sp>
        <p:nvSpPr>
          <p:cNvPr id="458" name="Google Shape;458;p48"/>
          <p:cNvSpPr txBox="1"/>
          <p:nvPr/>
        </p:nvSpPr>
        <p:spPr>
          <a:xfrm flipH="1">
            <a:off x="6168917" y="2876550"/>
            <a:ext cx="2322600" cy="400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000" b="1">
                <a:solidFill>
                  <a:schemeClr val="dk2"/>
                </a:solidFill>
                <a:latin typeface="Libre Baskerville"/>
                <a:ea typeface="Libre Baskerville"/>
                <a:cs typeface="Libre Baskerville"/>
                <a:sym typeface="Libre Baskerville"/>
              </a:rPr>
              <a:t>Café 3</a:t>
            </a:r>
            <a:endParaRPr sz="2000" b="1">
              <a:solidFill>
                <a:schemeClr val="dk2"/>
              </a:solidFill>
              <a:latin typeface="Libre Baskerville"/>
              <a:ea typeface="Libre Baskerville"/>
              <a:cs typeface="Libre Baskerville"/>
              <a:sym typeface="Libre Baskerville"/>
            </a:endParaRPr>
          </a:p>
        </p:txBody>
      </p:sp>
      <p:cxnSp>
        <p:nvCxnSpPr>
          <p:cNvPr id="459" name="Google Shape;459;p48"/>
          <p:cNvCxnSpPr>
            <a:cxnSpLocks/>
          </p:cNvCxnSpPr>
          <p:nvPr/>
        </p:nvCxnSpPr>
        <p:spPr>
          <a:xfrm>
            <a:off x="5731717" y="2990016"/>
            <a:ext cx="750447" cy="3128"/>
          </a:xfrm>
          <a:prstGeom prst="straightConnector1">
            <a:avLst/>
          </a:prstGeom>
          <a:noFill/>
          <a:ln w="9525" cap="flat" cmpd="sng">
            <a:solidFill>
              <a:schemeClr val="dk2"/>
            </a:solidFill>
            <a:prstDash val="solid"/>
            <a:round/>
            <a:headEnd type="none" w="med" len="med"/>
            <a:tailEnd type="triangle" w="med" len="med"/>
          </a:ln>
        </p:spPr>
      </p:cxnSp>
      <p:cxnSp>
        <p:nvCxnSpPr>
          <p:cNvPr id="460" name="Google Shape;460;p48"/>
          <p:cNvCxnSpPr>
            <a:cxnSpLocks/>
          </p:cNvCxnSpPr>
          <p:nvPr/>
        </p:nvCxnSpPr>
        <p:spPr>
          <a:xfrm flipH="1">
            <a:off x="5731717" y="3113869"/>
            <a:ext cx="716145" cy="0"/>
          </a:xfrm>
          <a:prstGeom prst="straightConnector1">
            <a:avLst/>
          </a:prstGeom>
          <a:noFill/>
          <a:ln w="9525" cap="flat" cmpd="sng">
            <a:solidFill>
              <a:schemeClr val="dk2"/>
            </a:solidFill>
            <a:prstDash val="solid"/>
            <a:round/>
            <a:headEnd type="none" w="med" len="med"/>
            <a:tailEnd type="triangle" w="med" len="med"/>
          </a:ln>
        </p:spPr>
      </p:cxnSp>
      <p:cxnSp>
        <p:nvCxnSpPr>
          <p:cNvPr id="461" name="Google Shape;461;p48"/>
          <p:cNvCxnSpPr>
            <a:cxnSpLocks/>
          </p:cNvCxnSpPr>
          <p:nvPr/>
        </p:nvCxnSpPr>
        <p:spPr>
          <a:xfrm>
            <a:off x="3033374" y="3110671"/>
            <a:ext cx="751485" cy="0"/>
          </a:xfrm>
          <a:prstGeom prst="straightConnector1">
            <a:avLst/>
          </a:prstGeom>
          <a:noFill/>
          <a:ln w="9525" cap="flat" cmpd="sng">
            <a:solidFill>
              <a:schemeClr val="dk2"/>
            </a:solidFill>
            <a:prstDash val="solid"/>
            <a:round/>
            <a:headEnd type="none" w="med" len="med"/>
            <a:tailEnd type="triangle" w="med" len="med"/>
          </a:ln>
        </p:spPr>
      </p:cxnSp>
      <p:cxnSp>
        <p:nvCxnSpPr>
          <p:cNvPr id="462" name="Google Shape;462;p48"/>
          <p:cNvCxnSpPr>
            <a:cxnSpLocks/>
          </p:cNvCxnSpPr>
          <p:nvPr/>
        </p:nvCxnSpPr>
        <p:spPr>
          <a:xfrm flipH="1">
            <a:off x="3031991" y="2990016"/>
            <a:ext cx="752868" cy="1489"/>
          </a:xfrm>
          <a:prstGeom prst="straightConnector1">
            <a:avLst/>
          </a:prstGeom>
          <a:noFill/>
          <a:ln w="9525" cap="flat" cmpd="sng">
            <a:solidFill>
              <a:schemeClr val="dk2"/>
            </a:solidFill>
            <a:prstDash val="solid"/>
            <a:round/>
            <a:headEnd type="none" w="med" len="med"/>
            <a:tailEnd type="triangle" w="med" len="med"/>
          </a:ln>
        </p:spPr>
      </p:cxnSp>
      <p:sp>
        <p:nvSpPr>
          <p:cNvPr id="463" name="Google Shape;463;p48"/>
          <p:cNvSpPr txBox="1"/>
          <p:nvPr/>
        </p:nvSpPr>
        <p:spPr>
          <a:xfrm flipH="1">
            <a:off x="649317" y="2884100"/>
            <a:ext cx="2322600" cy="400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000" b="1">
                <a:solidFill>
                  <a:schemeClr val="dk2"/>
                </a:solidFill>
                <a:latin typeface="Libre Baskerville"/>
                <a:ea typeface="Libre Baskerville"/>
                <a:cs typeface="Libre Baskerville"/>
                <a:sym typeface="Libre Baskerville"/>
              </a:rPr>
              <a:t>Café 1</a:t>
            </a:r>
            <a:endParaRPr sz="2000" b="1">
              <a:solidFill>
                <a:schemeClr val="dk2"/>
              </a:solidFill>
              <a:latin typeface="Libre Baskerville"/>
              <a:ea typeface="Libre Baskerville"/>
              <a:cs typeface="Libre Baskerville"/>
              <a:sym typeface="Libre Baskerville"/>
            </a:endParaRPr>
          </a:p>
        </p:txBody>
      </p:sp>
      <p:sp>
        <p:nvSpPr>
          <p:cNvPr id="452" name="Google Shape;452;p48"/>
          <p:cNvSpPr txBox="1"/>
          <p:nvPr/>
        </p:nvSpPr>
        <p:spPr>
          <a:xfrm>
            <a:off x="2444425" y="2501975"/>
            <a:ext cx="42750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latin typeface="Roboto"/>
                <a:ea typeface="Roboto"/>
                <a:cs typeface="Roboto"/>
                <a:sym typeface="Roboto"/>
              </a:rPr>
              <a:t>Books shuffling in fixed intervals based on demand</a:t>
            </a:r>
            <a:endParaRPr dirty="0">
              <a:solidFill>
                <a:schemeClr val="dk2"/>
              </a:solidFill>
              <a:latin typeface="Roboto"/>
              <a:ea typeface="Roboto"/>
              <a:cs typeface="Roboto"/>
              <a:sym typeface="Roboto"/>
            </a:endParaRPr>
          </a:p>
        </p:txBody>
      </p:sp>
      <p:cxnSp>
        <p:nvCxnSpPr>
          <p:cNvPr id="464" name="Google Shape;464;p48"/>
          <p:cNvCxnSpPr/>
          <p:nvPr/>
        </p:nvCxnSpPr>
        <p:spPr>
          <a:xfrm rot="-5401522" flipH="1">
            <a:off x="1483848" y="3768908"/>
            <a:ext cx="677700" cy="15300"/>
          </a:xfrm>
          <a:prstGeom prst="straightConnector1">
            <a:avLst/>
          </a:prstGeom>
          <a:noFill/>
          <a:ln w="9525" cap="flat" cmpd="sng">
            <a:solidFill>
              <a:schemeClr val="dk2"/>
            </a:solidFill>
            <a:prstDash val="solid"/>
            <a:round/>
            <a:headEnd type="none" w="med" len="med"/>
            <a:tailEnd type="triangle" w="med" len="med"/>
          </a:ln>
        </p:spPr>
      </p:cxnSp>
      <p:sp>
        <p:nvSpPr>
          <p:cNvPr id="465" name="Google Shape;465;p48"/>
          <p:cNvSpPr txBox="1"/>
          <p:nvPr/>
        </p:nvSpPr>
        <p:spPr>
          <a:xfrm>
            <a:off x="1123825" y="4102900"/>
            <a:ext cx="13974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2"/>
                </a:solidFill>
                <a:latin typeface="Libre Baskerville"/>
                <a:ea typeface="Libre Baskerville"/>
                <a:cs typeface="Libre Baskerville"/>
                <a:sym typeface="Libre Baskerville"/>
              </a:rPr>
              <a:t>Customer</a:t>
            </a:r>
            <a:endParaRPr sz="1800" b="1">
              <a:solidFill>
                <a:schemeClr val="dk2"/>
              </a:solidFill>
              <a:latin typeface="Libre Baskerville"/>
              <a:ea typeface="Libre Baskerville"/>
              <a:cs typeface="Libre Baskerville"/>
              <a:sym typeface="Libre Baskerville"/>
            </a:endParaRPr>
          </a:p>
        </p:txBody>
      </p:sp>
      <p:sp>
        <p:nvSpPr>
          <p:cNvPr id="466" name="Google Shape;466;p48"/>
          <p:cNvSpPr txBox="1"/>
          <p:nvPr/>
        </p:nvSpPr>
        <p:spPr>
          <a:xfrm>
            <a:off x="2110400" y="3587700"/>
            <a:ext cx="38223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latin typeface="Roboto"/>
                <a:ea typeface="Roboto"/>
                <a:cs typeface="Roboto"/>
                <a:sym typeface="Roboto"/>
              </a:rPr>
              <a:t>Café rents out book to customer in that area</a:t>
            </a:r>
            <a:endParaRPr dirty="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9"/>
          <p:cNvSpPr txBox="1"/>
          <p:nvPr/>
        </p:nvSpPr>
        <p:spPr>
          <a:xfrm>
            <a:off x="2007850" y="536825"/>
            <a:ext cx="4816800" cy="53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dk2"/>
                </a:solidFill>
                <a:latin typeface="Libre Baskerville"/>
                <a:ea typeface="Libre Baskerville"/>
                <a:cs typeface="Libre Baskerville"/>
                <a:sym typeface="Libre Baskerville"/>
              </a:rPr>
              <a:t>Website Prototype</a:t>
            </a:r>
            <a:endParaRPr sz="1900" b="1">
              <a:solidFill>
                <a:schemeClr val="dk2"/>
              </a:solidFill>
              <a:latin typeface="Libre Baskerville"/>
              <a:ea typeface="Libre Baskerville"/>
              <a:cs typeface="Libre Baskerville"/>
              <a:sym typeface="Libre Baskerville"/>
            </a:endParaRPr>
          </a:p>
        </p:txBody>
      </p:sp>
      <p:pic>
        <p:nvPicPr>
          <p:cNvPr id="472" name="Google Shape;472;p49"/>
          <p:cNvPicPr preferRelativeResize="0"/>
          <p:nvPr/>
        </p:nvPicPr>
        <p:blipFill>
          <a:blip r:embed="rId3">
            <a:alphaModFix/>
          </a:blip>
          <a:stretch>
            <a:fillRect/>
          </a:stretch>
        </p:blipFill>
        <p:spPr>
          <a:xfrm>
            <a:off x="258453" y="1354675"/>
            <a:ext cx="2481201" cy="2860775"/>
          </a:xfrm>
          <a:prstGeom prst="rect">
            <a:avLst/>
          </a:prstGeom>
          <a:noFill/>
          <a:ln>
            <a:noFill/>
          </a:ln>
        </p:spPr>
      </p:pic>
      <p:pic>
        <p:nvPicPr>
          <p:cNvPr id="473" name="Google Shape;473;p49"/>
          <p:cNvPicPr preferRelativeResize="0"/>
          <p:nvPr/>
        </p:nvPicPr>
        <p:blipFill>
          <a:blip r:embed="rId4">
            <a:alphaModFix/>
          </a:blip>
          <a:stretch>
            <a:fillRect/>
          </a:stretch>
        </p:blipFill>
        <p:spPr>
          <a:xfrm>
            <a:off x="3359598" y="1348900"/>
            <a:ext cx="2481200" cy="2899924"/>
          </a:xfrm>
          <a:prstGeom prst="rect">
            <a:avLst/>
          </a:prstGeom>
          <a:noFill/>
          <a:ln>
            <a:noFill/>
          </a:ln>
        </p:spPr>
      </p:pic>
      <p:pic>
        <p:nvPicPr>
          <p:cNvPr id="474" name="Google Shape;474;p49"/>
          <p:cNvPicPr preferRelativeResize="0"/>
          <p:nvPr/>
        </p:nvPicPr>
        <p:blipFill>
          <a:blip r:embed="rId5">
            <a:alphaModFix/>
          </a:blip>
          <a:stretch>
            <a:fillRect/>
          </a:stretch>
        </p:blipFill>
        <p:spPr>
          <a:xfrm>
            <a:off x="6460748" y="1354677"/>
            <a:ext cx="2481201" cy="2888380"/>
          </a:xfrm>
          <a:prstGeom prst="rect">
            <a:avLst/>
          </a:prstGeom>
          <a:noFill/>
          <a:ln>
            <a:noFill/>
          </a:ln>
        </p:spPr>
      </p:pic>
      <p:sp>
        <p:nvSpPr>
          <p:cNvPr id="475" name="Google Shape;475;p49"/>
          <p:cNvSpPr/>
          <p:nvPr/>
        </p:nvSpPr>
        <p:spPr>
          <a:xfrm>
            <a:off x="2777525" y="2495100"/>
            <a:ext cx="544200" cy="153300"/>
          </a:xfrm>
          <a:prstGeom prst="rightArrow">
            <a:avLst>
              <a:gd name="adj1" fmla="val 50000"/>
              <a:gd name="adj2"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76" name="Google Shape;476;p49"/>
          <p:cNvSpPr/>
          <p:nvPr/>
        </p:nvSpPr>
        <p:spPr>
          <a:xfrm>
            <a:off x="5882625" y="2495100"/>
            <a:ext cx="544200" cy="153300"/>
          </a:xfrm>
          <a:prstGeom prst="rightArrow">
            <a:avLst>
              <a:gd name="adj1" fmla="val 50000"/>
              <a:gd name="adj2"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0"/>
          <p:cNvSpPr txBox="1">
            <a:spLocks noGrp="1"/>
          </p:cNvSpPr>
          <p:nvPr>
            <p:ph type="title"/>
          </p:nvPr>
        </p:nvSpPr>
        <p:spPr>
          <a:xfrm>
            <a:off x="714125" y="544075"/>
            <a:ext cx="77157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a:t>
            </a:r>
            <a:endParaRPr/>
          </a:p>
        </p:txBody>
      </p:sp>
      <p:sp>
        <p:nvSpPr>
          <p:cNvPr id="482" name="Google Shape;482;p50"/>
          <p:cNvSpPr txBox="1"/>
          <p:nvPr/>
        </p:nvSpPr>
        <p:spPr>
          <a:xfrm>
            <a:off x="715775" y="1096025"/>
            <a:ext cx="7715700" cy="230829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dirty="0">
                <a:solidFill>
                  <a:schemeClr val="dk2"/>
                </a:solidFill>
                <a:latin typeface="Roboto"/>
                <a:ea typeface="Roboto"/>
                <a:cs typeface="Roboto"/>
                <a:sym typeface="Roboto"/>
              </a:rPr>
              <a:t>Peer groups and online research show high anticipation for a blend of user-friendly digital platforms with welcoming offline spaces as it offers the following benefits:</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a:t>
            </a:r>
          </a:p>
          <a:p>
            <a:pPr marL="0" lvl="0" indent="0" algn="l" rtl="0">
              <a:lnSpc>
                <a:spcPct val="115000"/>
              </a:lnSpc>
              <a:spcBef>
                <a:spcPts val="0"/>
              </a:spcBef>
              <a:spcAft>
                <a:spcPts val="0"/>
              </a:spcAft>
              <a:buNone/>
            </a:pP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Convenience</a:t>
            </a:r>
            <a:r>
              <a:rPr lang="en" sz="1500" dirty="0">
                <a:solidFill>
                  <a:schemeClr val="dk2"/>
                </a:solidFill>
                <a:latin typeface="Roboto"/>
                <a:ea typeface="Roboto"/>
                <a:cs typeface="Roboto"/>
                <a:sym typeface="Roboto"/>
              </a:rPr>
              <a:t>: Easy book access without the need to visit a store</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Community Building</a:t>
            </a:r>
            <a:r>
              <a:rPr lang="en" sz="1500" dirty="0">
                <a:solidFill>
                  <a:schemeClr val="dk2"/>
                </a:solidFill>
                <a:latin typeface="Roboto"/>
                <a:ea typeface="Roboto"/>
                <a:cs typeface="Roboto"/>
                <a:sym typeface="Roboto"/>
              </a:rPr>
              <a:t>: Promotes social interactions &amp; relationships among readers</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User-Centric Design</a:t>
            </a:r>
            <a:r>
              <a:rPr lang="en" sz="1500" dirty="0">
                <a:solidFill>
                  <a:schemeClr val="dk2"/>
                </a:solidFill>
                <a:latin typeface="Roboto"/>
                <a:ea typeface="Roboto"/>
                <a:cs typeface="Roboto"/>
                <a:sym typeface="Roboto"/>
              </a:rPr>
              <a:t>: Prioritise user experience, resulting in delight for customers</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Technological integration</a:t>
            </a:r>
            <a:r>
              <a:rPr lang="en" sz="1500" dirty="0">
                <a:solidFill>
                  <a:schemeClr val="dk2"/>
                </a:solidFill>
                <a:latin typeface="Roboto"/>
                <a:ea typeface="Roboto"/>
                <a:cs typeface="Roboto"/>
                <a:sym typeface="Roboto"/>
              </a:rPr>
              <a:t>: Innovative technology improves operational efficiency</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User Inclusivity</a:t>
            </a:r>
            <a:r>
              <a:rPr lang="en" sz="1500" dirty="0">
                <a:solidFill>
                  <a:schemeClr val="dk2"/>
                </a:solidFill>
                <a:latin typeface="Roboto"/>
                <a:ea typeface="Roboto"/>
                <a:cs typeface="Roboto"/>
                <a:sym typeface="Roboto"/>
              </a:rPr>
              <a:t>: Anywhere availability promotes user inclusivity </a:t>
            </a:r>
            <a:endParaRPr sz="1500" dirty="0"/>
          </a:p>
        </p:txBody>
      </p:sp>
      <p:sp>
        <p:nvSpPr>
          <p:cNvPr id="483" name="Google Shape;483;p50"/>
          <p:cNvSpPr txBox="1"/>
          <p:nvPr/>
        </p:nvSpPr>
        <p:spPr>
          <a:xfrm>
            <a:off x="715775" y="3470650"/>
            <a:ext cx="7715700" cy="98100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dirty="0">
                <a:solidFill>
                  <a:schemeClr val="dk2"/>
                </a:solidFill>
                <a:latin typeface="Roboto"/>
                <a:ea typeface="Roboto"/>
                <a:cs typeface="Roboto"/>
                <a:sym typeface="Roboto"/>
              </a:rPr>
              <a:t>The suggested solution has two major challenges which are:</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Initial Investment</a:t>
            </a:r>
            <a:r>
              <a:rPr lang="en" sz="1500" dirty="0">
                <a:solidFill>
                  <a:schemeClr val="dk2"/>
                </a:solidFill>
                <a:latin typeface="Roboto"/>
                <a:ea typeface="Roboto"/>
                <a:cs typeface="Roboto"/>
                <a:sym typeface="Roboto"/>
              </a:rPr>
              <a:t>:</a:t>
            </a:r>
            <a:r>
              <a:rPr lang="en" sz="1500" b="1" dirty="0">
                <a:solidFill>
                  <a:schemeClr val="dk2"/>
                </a:solidFill>
                <a:latin typeface="Roboto"/>
                <a:ea typeface="Roboto"/>
                <a:cs typeface="Roboto"/>
                <a:sym typeface="Roboto"/>
              </a:rPr>
              <a:t> </a:t>
            </a:r>
            <a:r>
              <a:rPr lang="en" sz="1500" dirty="0">
                <a:solidFill>
                  <a:schemeClr val="dk2"/>
                </a:solidFill>
                <a:latin typeface="Roboto"/>
                <a:ea typeface="Roboto"/>
                <a:cs typeface="Roboto"/>
                <a:sym typeface="Roboto"/>
              </a:rPr>
              <a:t> high set up expenses for online and offline infrastructure </a:t>
            </a:r>
            <a:br>
              <a:rPr lang="en" sz="1500" dirty="0">
                <a:solidFill>
                  <a:schemeClr val="dk2"/>
                </a:solidFill>
                <a:latin typeface="Roboto"/>
                <a:ea typeface="Roboto"/>
                <a:cs typeface="Roboto"/>
                <a:sym typeface="Roboto"/>
              </a:rPr>
            </a:br>
            <a:r>
              <a:rPr lang="en" sz="1500" dirty="0">
                <a:solidFill>
                  <a:schemeClr val="dk2"/>
                </a:solidFill>
                <a:latin typeface="Roboto"/>
                <a:ea typeface="Roboto"/>
                <a:cs typeface="Roboto"/>
                <a:sym typeface="Roboto"/>
              </a:rPr>
              <a:t>           - </a:t>
            </a:r>
            <a:r>
              <a:rPr lang="en" sz="1500" b="1" dirty="0">
                <a:solidFill>
                  <a:schemeClr val="dk2"/>
                </a:solidFill>
                <a:latin typeface="Roboto"/>
                <a:ea typeface="Roboto"/>
                <a:cs typeface="Roboto"/>
                <a:sym typeface="Roboto"/>
              </a:rPr>
              <a:t>Operational complexity</a:t>
            </a:r>
            <a:r>
              <a:rPr lang="en" sz="1500" dirty="0">
                <a:solidFill>
                  <a:schemeClr val="dk2"/>
                </a:solidFill>
                <a:latin typeface="Roboto"/>
                <a:ea typeface="Roboto"/>
                <a:cs typeface="Roboto"/>
                <a:sym typeface="Roboto"/>
              </a:rPr>
              <a:t>: Balancing digital and physical processes necessities</a:t>
            </a:r>
            <a:endParaRPr sz="1500" dirty="0"/>
          </a:p>
        </p:txBody>
      </p:sp>
    </p:spTree>
  </p:cSld>
  <p:clrMapOvr>
    <a:masterClrMapping/>
  </p:clrMapOvr>
</p:sld>
</file>

<file path=ppt/theme/theme1.xml><?xml version="1.0" encoding="utf-8"?>
<a:theme xmlns:a="http://schemas.openxmlformats.org/drawingml/2006/main" name="Generation of '27 by Slidesgo">
  <a:themeElements>
    <a:clrScheme name="Simple Light">
      <a:dk1>
        <a:srgbClr val="000000"/>
      </a:dk1>
      <a:lt1>
        <a:srgbClr val="FFFFFF"/>
      </a:lt1>
      <a:dk2>
        <a:srgbClr val="7F694C"/>
      </a:dk2>
      <a:lt2>
        <a:srgbClr val="E0DAC8"/>
      </a:lt2>
      <a:accent1>
        <a:srgbClr val="E7D8AC"/>
      </a:accent1>
      <a:accent2>
        <a:srgbClr val="BEB296"/>
      </a:accent2>
      <a:accent3>
        <a:srgbClr val="8A7C5C"/>
      </a:accent3>
      <a:accent4>
        <a:srgbClr val="BB9245"/>
      </a:accent4>
      <a:accent5>
        <a:srgbClr val="D8D0B7"/>
      </a:accent5>
      <a:accent6>
        <a:srgbClr val="FFF1C6"/>
      </a:accent6>
      <a:hlink>
        <a:srgbClr val="7F694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352</Words>
  <Application>Microsoft Office PowerPoint</Application>
  <PresentationFormat>On-screen Show (16:9)</PresentationFormat>
  <Paragraphs>38</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Roboto Condensed Light</vt:lpstr>
      <vt:lpstr>Bebas Neue</vt:lpstr>
      <vt:lpstr>Roboto</vt:lpstr>
      <vt:lpstr>Libre Baskerville</vt:lpstr>
      <vt:lpstr>Arial</vt:lpstr>
      <vt:lpstr>Generation of '27 by Slidesgo</vt:lpstr>
      <vt:lpstr>Engineering Design Process (EP60042)</vt:lpstr>
      <vt:lpstr>Introduction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Design Process (EP60042)</dc:title>
  <dc:creator>Pallu</dc:creator>
  <cp:lastModifiedBy>Pallavi Bhaskar</cp:lastModifiedBy>
  <cp:revision>1</cp:revision>
  <dcterms:modified xsi:type="dcterms:W3CDTF">2024-03-26T11:04:05Z</dcterms:modified>
</cp:coreProperties>
</file>